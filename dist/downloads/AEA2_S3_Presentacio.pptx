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9f9bb713fc4fe2" /><Relationship Type="http://schemas.openxmlformats.org/officeDocument/2006/relationships/extended-properties" Target="/docProps/app.xml" Id="Red4078c8fc1c428d" /><Relationship Type="http://schemas.openxmlformats.org/officeDocument/2006/relationships/officeDocument" Target="/ppt/presentation.xml" Id="R3139a4dda57e45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45b1f4336743a7"/>
  </p:sldMasterIdLst>
  <p:notesMasterIdLst>
    <p:notesMasterId xmlns:r="http://schemas.openxmlformats.org/officeDocument/2006/relationships" r:id="R82f469978e4e4cff"/>
  </p:notesMasterIdLst>
  <p:sldIdLst>
    <p:sldId xmlns:r="http://schemas.openxmlformats.org/officeDocument/2006/relationships" id="256" r:id="Rbea6cf52d6f24f90"/>
    <p:sldId xmlns:r="http://schemas.openxmlformats.org/officeDocument/2006/relationships" id="257" r:id="Re9e0646de1a9445e"/>
    <p:sldId xmlns:r="http://schemas.openxmlformats.org/officeDocument/2006/relationships" id="258" r:id="Rfa84053a8cf84048"/>
    <p:sldId xmlns:r="http://schemas.openxmlformats.org/officeDocument/2006/relationships" id="259" r:id="R6c193a2f78b84f27"/>
    <p:sldId xmlns:r="http://schemas.openxmlformats.org/officeDocument/2006/relationships" id="260" r:id="Rae5612df02514cd0"/>
    <p:sldId xmlns:r="http://schemas.openxmlformats.org/officeDocument/2006/relationships" id="261" r:id="R3c02d79ccd224cc5"/>
    <p:sldId xmlns:r="http://schemas.openxmlformats.org/officeDocument/2006/relationships" id="262" r:id="R4f0bfa56b3dc48b2"/>
    <p:sldId xmlns:r="http://schemas.openxmlformats.org/officeDocument/2006/relationships" id="263" r:id="R0989134bf03a4ea1"/>
    <p:sldId xmlns:r="http://schemas.openxmlformats.org/officeDocument/2006/relationships" id="264" r:id="R993263da01734006"/>
    <p:sldId xmlns:r="http://schemas.openxmlformats.org/officeDocument/2006/relationships" id="265" r:id="R80f3f23bde8a49d9"/>
    <p:sldId xmlns:r="http://schemas.openxmlformats.org/officeDocument/2006/relationships" id="266" r:id="Rb492650dcf884530"/>
    <p:sldId xmlns:r="http://schemas.openxmlformats.org/officeDocument/2006/relationships" id="267" r:id="R6ee39229938c46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993239caf94602" /><Relationship Type="http://schemas.openxmlformats.org/officeDocument/2006/relationships/slideMaster" Target="/ppt/slideMasters/slideMaster1.xml" Id="R9f45b1f4336743a7" /><Relationship Type="http://schemas.openxmlformats.org/officeDocument/2006/relationships/notesMaster" Target="/ppt/notesMasters/notesMaster1.xml" Id="R82f469978e4e4cff" /><Relationship Type="http://schemas.openxmlformats.org/officeDocument/2006/relationships/presProps" Target="/ppt/presProps.xml" Id="Ra9335b4a8bda4a99" /><Relationship Type="http://schemas.openxmlformats.org/officeDocument/2006/relationships/tableStyles" Target="/ppt/tableStyles.xml" Id="Rf5c8212e98974d17" /><Relationship Type="http://schemas.openxmlformats.org/officeDocument/2006/relationships/slide" Target="/ppt/slides/slide1.xml" Id="Rbea6cf52d6f24f90" /><Relationship Type="http://schemas.openxmlformats.org/officeDocument/2006/relationships/slide" Target="/ppt/slides/slide2.xml" Id="Re9e0646de1a9445e" /><Relationship Type="http://schemas.openxmlformats.org/officeDocument/2006/relationships/slide" Target="/ppt/slides/slide3.xml" Id="Rfa84053a8cf84048" /><Relationship Type="http://schemas.openxmlformats.org/officeDocument/2006/relationships/slide" Target="/ppt/slides/slide4.xml" Id="R6c193a2f78b84f27" /><Relationship Type="http://schemas.openxmlformats.org/officeDocument/2006/relationships/slide" Target="/ppt/slides/slide5.xml" Id="Rae5612df02514cd0" /><Relationship Type="http://schemas.openxmlformats.org/officeDocument/2006/relationships/slide" Target="/ppt/slides/slide6.xml" Id="R3c02d79ccd224cc5" /><Relationship Type="http://schemas.openxmlformats.org/officeDocument/2006/relationships/slide" Target="/ppt/slides/slide7.xml" Id="R4f0bfa56b3dc48b2" /><Relationship Type="http://schemas.openxmlformats.org/officeDocument/2006/relationships/slide" Target="/ppt/slides/slide8.xml" Id="R0989134bf03a4ea1" /><Relationship Type="http://schemas.openxmlformats.org/officeDocument/2006/relationships/slide" Target="/ppt/slides/slide9.xml" Id="R993263da01734006" /><Relationship Type="http://schemas.openxmlformats.org/officeDocument/2006/relationships/slide" Target="/ppt/slides/slide10.xml" Id="R80f3f23bde8a49d9" /><Relationship Type="http://schemas.openxmlformats.org/officeDocument/2006/relationships/slide" Target="/ppt/slides/slide11.xml" Id="Rb492650dcf884530" /><Relationship Type="http://schemas.openxmlformats.org/officeDocument/2006/relationships/slide" Target="/ppt/slides/slide12.xml" Id="R6ee39229938c46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33adb380d343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14c8f9e47e4220" /><Relationship Type="http://schemas.openxmlformats.org/officeDocument/2006/relationships/notesMaster" Target="/ppt/notesMasters/notesMaster1.xml" Id="R24ea334585ee43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45cd39232e441f" /><Relationship Type="http://schemas.openxmlformats.org/officeDocument/2006/relationships/notesMaster" Target="/ppt/notesMasters/notesMaster1.xml" Id="Rcd191a081e8a42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dffc90849549b5" /><Relationship Type="http://schemas.openxmlformats.org/officeDocument/2006/relationships/notesMaster" Target="/ppt/notesMasters/notesMaster1.xml" Id="R65bcf37b718647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99e0cc43e24ee3" /><Relationship Type="http://schemas.openxmlformats.org/officeDocument/2006/relationships/notesMaster" Target="/ppt/notesMasters/notesMaster1.xml" Id="R16a410cf19a84e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d5db6302b446bd" /><Relationship Type="http://schemas.openxmlformats.org/officeDocument/2006/relationships/notesMaster" Target="/ppt/notesMasters/notesMaster1.xml" Id="R1120bc7e477444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a054038d4f49d1" /><Relationship Type="http://schemas.openxmlformats.org/officeDocument/2006/relationships/notesMaster" Target="/ppt/notesMasters/notesMaster1.xml" Id="R368eadc83a8b42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d15c32251542bf" /><Relationship Type="http://schemas.openxmlformats.org/officeDocument/2006/relationships/notesMaster" Target="/ppt/notesMasters/notesMaster1.xml" Id="R79f02bfc16484c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69ea3590824255" /><Relationship Type="http://schemas.openxmlformats.org/officeDocument/2006/relationships/notesMaster" Target="/ppt/notesMasters/notesMaster1.xml" Id="R984ed39488ff49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45b13968e34275" /><Relationship Type="http://schemas.openxmlformats.org/officeDocument/2006/relationships/notesMaster" Target="/ppt/notesMasters/notesMaster1.xml" Id="R967b0742422e48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15081aea4f48a0" /><Relationship Type="http://schemas.openxmlformats.org/officeDocument/2006/relationships/notesMaster" Target="/ppt/notesMasters/notesMaster1.xml" Id="R1d6f23f08a624d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50f06918a340e4" /><Relationship Type="http://schemas.openxmlformats.org/officeDocument/2006/relationships/notesMaster" Target="/ppt/notesMasters/notesMaster1.xml" Id="Ra094cbd9636a46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aa6b8ac89e4d84" /><Relationship Type="http://schemas.openxmlformats.org/officeDocument/2006/relationships/notesMaster" Target="/ppt/notesMasters/notesMaster1.xml" Id="R3bc45aeba51349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 el resultat final: un lloc de tres pàgines que continua funcionant quan es mou com a carpeta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https://developer.mozilla.org/en-US/docs/Learn_web_development/Core/Structuring_content/Creating_links</a:t>
            </a:r>
          </a:p>
          <a:p xmlns:a="http://schemas.openxmlformats.org/drawingml/2006/main">
            <a:r>
              <a:t>- https://developer.mozilla.org/en-US/docs/Learn_web_development/Getting_started/Environment_setup/Dealing_with_files</a:t>
            </a:r>
          </a:p>
          <a:p xmlns:a="http://schemas.openxmlformats.org/drawingml/2006/main">
            <a:r>
              <a:t>- https://html.spec.whatwg.org/multipage/text-level-semantics.html#the-a-element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 primer el producte. Comprova que tothom crea index_s2.html abans d’editar el projecte.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https://developer.mozilla.org/en-US/docs/Learn_web_development/Core/Structuring_content/Creating_links</a:t>
            </a:r>
          </a:p>
          <a:p xmlns:a="http://schemas.openxmlformats.org/drawingml/2006/main">
            <a:r>
              <a:t>- https://developer.mozilla.org/en-US/docs/Learn_web_development/Getting_started/Environment_setup/Dealing_with_files</a:t>
            </a:r>
          </a:p>
          <a:p xmlns:a="http://schemas.openxmlformats.org/drawingml/2006/main">
            <a:r>
              <a:t>- https://html.spec.whatwg.org/multipage/text-level-semantics.html#the-a-element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Demana que assenyalin cada peça. Contrasta «Consulta el programa» amb «Clica aquí» i pregunta quin text informa millor.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https://developer.mozilla.org/en-US/docs/Learn_web_development/Core/Structuring_content/Creating_links</a:t>
            </a:r>
          </a:p>
          <a:p xmlns:a="http://schemas.openxmlformats.org/drawingml/2006/main">
            <a:r>
              <a:t>- https://developer.mozilla.org/en-US/docs/Learn_web_development/Getting_started/Environment_setup/Dealing_with_files</a:t>
            </a:r>
          </a:p>
          <a:p xmlns:a="http://schemas.openxmlformats.org/drawingml/2006/main">
            <a:r>
              <a:t>- https://html.spec.whatwg.org/multipage/text-level-semantics.html#the-a-element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Repeteix literalment la frase abans de cada cas. href sempre es calcula des del document on està escrit.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https://developer.mozilla.org/en-US/docs/Learn_web_development/Core/Structuring_content/Creating_links</a:t>
            </a:r>
          </a:p>
          <a:p xmlns:a="http://schemas.openxmlformats.org/drawingml/2006/main">
            <a:r>
              <a:t>- https://developer.mozilla.org/en-US/docs/Learn_web_development/Getting_started/Environment_setup/Dealing_with_files</a:t>
            </a:r>
          </a:p>
          <a:p xmlns:a="http://schemas.openxmlformats.org/drawingml/2006/main">
            <a:r>
              <a:t>- https://html.spec.whatwg.org/multipage/text-level-semantics.html#the-a-element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Fes que verbalitzin per què no cal ../. ./ es pot acceptar, però no és necessari.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https://developer.mozilla.org/en-US/docs/Learn_web_development/Core/Structuring_content/Creating_links</a:t>
            </a:r>
          </a:p>
          <a:p xmlns:a="http://schemas.openxmlformats.org/drawingml/2006/main">
            <a:r>
              <a:t>- https://developer.mozilla.org/en-US/docs/Learn_web_development/Getting_started/Environment_setup/Dealing_with_files</a:t>
            </a:r>
          </a:p>
          <a:p xmlns:a="http://schemas.openxmlformats.org/drawingml/2006/main">
            <a:r>
              <a:t>- https://html.spec.whatwg.org/multipage/text-level-semantics.html#the-a-element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Dibuixa el recorregut amb el dit: programa.html → projecte/ → contacte/ → contacte.html.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https://developer.mozilla.org/en-US/docs/Learn_web_development/Core/Structuring_content/Creating_links</a:t>
            </a:r>
          </a:p>
          <a:p xmlns:a="http://schemas.openxmlformats.org/drawingml/2006/main">
            <a:r>
              <a:t>- https://developer.mozilla.org/en-US/docs/Learn_web_development/Getting_started/Environment_setup/Dealing_with_files</a:t>
            </a:r>
          </a:p>
          <a:p xmlns:a="http://schemas.openxmlformats.org/drawingml/2006/main">
            <a:r>
              <a:t>- https://html.spec.whatwg.org/multipage/text-level-semantics.html#the-a-element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Diferencia l’identificador del destí i el # de la ruta. Si salten entre documents: programa.html#horaris.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https://developer.mozilla.org/en-US/docs/Learn_web_development/Core/Structuring_content/Creating_links</a:t>
            </a:r>
          </a:p>
          <a:p xmlns:a="http://schemas.openxmlformats.org/drawingml/2006/main">
            <a:r>
              <a:t>- https://developer.mozilla.org/en-US/docs/Learn_web_development/Getting_started/Environment_setup/Dealing_with_files</a:t>
            </a:r>
          </a:p>
          <a:p xmlns:a="http://schemas.openxmlformats.org/drawingml/2006/main">
            <a:r>
              <a:t>- https://html.spec.whatwg.org/multipage/text-level-semantics.html#the-a-element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Fes una prova des de programa.html o contacte.html. Aquesta és la comprovació que detecta rutes escrites només pensant en l’inici.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https://developer.mozilla.org/en-US/docs/Learn_web_development/Core/Structuring_content/Creating_links</a:t>
            </a:r>
          </a:p>
          <a:p xmlns:a="http://schemas.openxmlformats.org/drawingml/2006/main">
            <a:r>
              <a:t>- https://developer.mozilla.org/en-US/docs/Learn_web_development/Getting_started/Environment_setup/Dealing_with_files</a:t>
            </a:r>
          </a:p>
          <a:p xmlns:a="http://schemas.openxmlformats.org/drawingml/2006/main">
            <a:r>
              <a:t>- https://html.spec.whatwg.org/multipage/text-level-semantics.html#the-a-element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Resolució individual i contrast per parelles. No acceptis una ruta sense explicació de l’origen i la destinació.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https://developer.mozilla.org/en-US/docs/Learn_web_development/Core/Structuring_content/Creating_links</a:t>
            </a:r>
          </a:p>
          <a:p xmlns:a="http://schemas.openxmlformats.org/drawingml/2006/main">
            <a:r>
              <a:t>- https://developer.mozilla.org/en-US/docs/Learn_web_development/Getting_started/Environment_setup/Dealing_with_files</a:t>
            </a:r>
          </a:p>
          <a:p xmlns:a="http://schemas.openxmlformats.org/drawingml/2006/main">
            <a:r>
              <a:t>- https://html.spec.whatwg.org/multipage/text-level-semantics.html#the-a-element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Treball individual amb revisió creuada. Les bases programa.html i contacte.html redueixen càrrega de còpia sense eliminar el raonament.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https://developer.mozilla.org/en-US/docs/Learn_web_development/Core/Structuring_content/Creating_links</a:t>
            </a:r>
          </a:p>
          <a:p xmlns:a="http://schemas.openxmlformats.org/drawingml/2006/main">
            <a:r>
              <a:t>- https://developer.mozilla.org/en-US/docs/Learn_web_development/Getting_started/Environment_setup/Dealing_with_files</a:t>
            </a:r>
          </a:p>
          <a:p xmlns:a="http://schemas.openxmlformats.org/drawingml/2006/main">
            <a:r>
              <a:t>- https://html.spec.whatwg.org/multipage/text-level-semantics.html#the-a-element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 ha cinc errors intencionats. Dona pistes sobre el recorregut, no la ruta completa. Les solucions són a la vista docent.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https://developer.mozilla.org/en-US/docs/Learn_web_development/Core/Structuring_content/Creating_links</a:t>
            </a:r>
          </a:p>
          <a:p xmlns:a="http://schemas.openxmlformats.org/drawingml/2006/main">
            <a:r>
              <a:t>- https://developer.mozilla.org/en-US/docs/Learn_web_development/Getting_started/Environment_setup/Dealing_with_files</a:t>
            </a:r>
          </a:p>
          <a:p xmlns:a="http://schemas.openxmlformats.org/drawingml/2006/main">
            <a:r>
              <a:t>- https://html.spec.whatwg.org/multipage/text-level-semantics.html#the-a-element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prova de transport és obligatòria: verifica que les rutes relatives s’han conservat dins del ZIP.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https://developer.mozilla.org/en-US/docs/Learn_web_development/Core/Structuring_content/Creating_links</a:t>
            </a:r>
          </a:p>
          <a:p xmlns:a="http://schemas.openxmlformats.org/drawingml/2006/main">
            <a:r>
              <a:t>- https://developer.mozilla.org/en-US/docs/Learn_web_development/Getting_started/Environment_setup/Dealing_with_files</a:t>
            </a:r>
          </a:p>
          <a:p xmlns:a="http://schemas.openxmlformats.org/drawingml/2006/main">
            <a:r>
              <a:t>- https://html.spec.whatwg.org/multipage/text-level-semantics.html#the-a-element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3ae1b545a94f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afb3e0c6774d0e" /><Relationship Type="http://schemas.openxmlformats.org/officeDocument/2006/relationships/slideLayout" Target="/ppt/slideLayouts/slideLayout1.xml" Id="R5a8e95a0fa8446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8e95a0fa8446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7614809f44fa0" /><Relationship Type="http://schemas.openxmlformats.org/officeDocument/2006/relationships/notesSlide" Target="/ppt/notesSlides/notesSlide1.xml" Id="Rb7ccf040e26c40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ea09e96194709" /><Relationship Type="http://schemas.openxmlformats.org/officeDocument/2006/relationships/notesSlide" Target="/ppt/notesSlides/notesSlide2.xml" Id="R304359221ccf4d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d516246524908" /><Relationship Type="http://schemas.openxmlformats.org/officeDocument/2006/relationships/notesSlide" Target="/ppt/notesSlides/notesSlide3.xml" Id="R39c7db9a109942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b287e4e8d408b" /><Relationship Type="http://schemas.openxmlformats.org/officeDocument/2006/relationships/notesSlide" Target="/ppt/notesSlides/notesSlide4.xml" Id="Rdab4c6f5e7b841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6e6712e4f4426" /><Relationship Type="http://schemas.openxmlformats.org/officeDocument/2006/relationships/notesSlide" Target="/ppt/notesSlides/notesSlide5.xml" Id="Rdbbda37bbb0e4a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7f0c3394544b4" /><Relationship Type="http://schemas.openxmlformats.org/officeDocument/2006/relationships/notesSlide" Target="/ppt/notesSlides/notesSlide6.xml" Id="R0e747f49f3c94f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420967e4845ba" /><Relationship Type="http://schemas.openxmlformats.org/officeDocument/2006/relationships/notesSlide" Target="/ppt/notesSlides/notesSlide7.xml" Id="Rc95e932f6ac34a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fb61fc90494c93" /><Relationship Type="http://schemas.openxmlformats.org/officeDocument/2006/relationships/notesSlide" Target="/ppt/notesSlides/notesSlide8.xml" Id="R4a1d0f5521b346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6f03bc7af4f73" /><Relationship Type="http://schemas.openxmlformats.org/officeDocument/2006/relationships/notesSlide" Target="/ppt/notesSlides/notesSlide9.xml" Id="Rdb429c07989244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008f5caf54986" /><Relationship Type="http://schemas.openxmlformats.org/officeDocument/2006/relationships/notesSlide" Target="/ppt/notesSlides/notesSlide10.xml" Id="Ra132a5110a654f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27ca089a1417b" /><Relationship Type="http://schemas.openxmlformats.org/officeDocument/2006/relationships/notesSlide" Target="/ppt/notesSlides/notesSlide11.xml" Id="R6e3aa61d56fa41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dbaec7e7847b5" /><Relationship Type="http://schemas.openxmlformats.org/officeDocument/2006/relationships/notesSlide" Target="/ppt/notesSlides/notesSlide12.xml" Id="R4ac95b19fe4546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5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F99D8-F12E-47F3-9816-AA802392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2A591-3BF1-436F-A1B1-62D8247E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2324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C349F-CABC-4F6D-9D63-70EA1320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51D"/>
                </a:solidFill>
              </a:defRPr>
            </a:pPr>
            <a:r>
              <a:rPr sz="975" b="1">
                <a:solidFill>
                  <a:srgbClr val="10151D"/>
                </a:solidFill>
              </a:rPr>
              <a:t>RUTES I ENLLAÇOS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D62DC-C40E-4681-89C4-C366FCE3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7D0"/>
                </a:solidFill>
              </a:defRPr>
            </a:pPr>
            <a:r>
              <a:rPr sz="1125" b="1">
                <a:solidFill>
                  <a:srgbClr val="25D7D0"/>
                </a:solidFill>
              </a:rPr>
              <a:t>AEA2 · SESSIÓ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04C5E-86C4-4341-B5EC-1BDB0332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590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Connecta les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pàgines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6C540-A612-4AB7-BA91-F25ED902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7DCE3"/>
                </a:solidFill>
              </a:defRPr>
            </a:pPr>
            <a:r>
              <a:rPr sz="2025" b="0">
                <a:solidFill>
                  <a:srgbClr val="D7DCE3"/>
                </a:solidFill>
              </a:rPr>
              <a:t>Tres documents. Una navegació. Cap ruta a l’atzar.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C6B41-709F-4135-9B87-3F7A2BFC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714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0" b="1">
                <a:solidFill>
                  <a:srgbClr val="10151D"/>
                </a:solidFill>
              </a:defRPr>
            </a:pPr>
            <a:r>
              <a:rPr sz="12000" b="1">
                <a:solidFill>
                  <a:srgbClr val="10151D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20040-254F-45B8-A555-5AB1D4DF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57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51D"/>
                </a:solidFill>
              </a:defRPr>
            </a:pPr>
            <a:r>
              <a:rPr sz="1800" b="1">
                <a:solidFill>
                  <a:srgbClr val="10151D"/>
                </a:solidFill>
              </a:rPr>
              <a:t>165 MIN</a:t>
            </a:r>
          </a:p>
        </p:txBody>
      </p:sp>
    </p:spTree>
    <p:extLst>
      <p:ext uri="{BB962C8B-B14F-4D97-AF65-F5344CB8AC3E}">
        <p14:creationId xmlns:p14="http://schemas.microsoft.com/office/powerpoint/2010/main" val="8715933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5D0A2-01BE-415E-8076-7C2BBF07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CEAFD-5A38-4F49-B4C5-98A15420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5CFF"/>
                </a:solidFill>
              </a:defRPr>
            </a:pPr>
            <a:r>
              <a:rPr sz="1050" b="1">
                <a:solidFill>
                  <a:srgbClr val="6E5CFF"/>
                </a:solidFill>
              </a:rPr>
              <a:t>MISSIÓ I LLIURABLE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1B6D1-B0D6-473F-BEDC-B8FA56D7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De tres documents a un lloc web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F6407-C5E5-4B55-AB2B-4D0CA736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77B11-0430-4B61-838E-C18E81E0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2D786-ED96-4650-A100-BC833897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Sessió 3 · Connecta les pàgines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99798-0F60-4EAF-B2F0-D0F49C59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476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24CBF-2374-4B30-839C-5E7EDB20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83841A-DD30-49F9-8A29-FFC2BE6A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62150"/>
            <a:ext cx="40386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projecte/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├── index.html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├── programa.html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└── contacte.html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C9115-1F21-4916-9EFD-08197E7A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813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6E5CFF"/>
                </a:solidFill>
              </a:defRPr>
            </a:pPr>
            <a:r>
              <a:rPr sz="3300" b="1">
                <a:solidFill>
                  <a:srgbClr val="6E5C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E1FDA-CFD0-4DAF-B756-C3A0E802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71650"/>
            <a:ext cx="53149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B472B-3899-4823-8BEE-B33022E8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CFF"/>
                </a:solidFill>
              </a:defRPr>
            </a:pPr>
            <a:r>
              <a:rPr sz="1350" b="1">
                <a:solidFill>
                  <a:srgbClr val="6E5CFF"/>
                </a:solidFill>
              </a:rPr>
              <a:t>UNA NAVEGACIÓ COMUNA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75165-FDFF-403C-82EE-377CD786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813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151D"/>
                </a:solidFill>
              </a:defRPr>
            </a:pPr>
            <a:r>
              <a:rPr sz="2175" b="1">
                <a:solidFill>
                  <a:srgbClr val="10151D"/>
                </a:solidFill>
              </a:rPr>
              <a:t>Inici  ·  Programa  ·  Contacte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555D3-1177-45AB-8C22-4DDEB673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045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8717D"/>
                </a:solidFill>
              </a:defRPr>
            </a:pPr>
            <a:r>
              <a:rPr sz="1650" b="0">
                <a:solidFill>
                  <a:srgbClr val="68717D"/>
                </a:solidFill>
              </a:rPr>
              <a:t>Des de qualsevol pàgina</a:t>
            </a:r>
          </a:p>
          <a:p xmlns:a="http://schemas.openxmlformats.org/drawingml/2006/main">
            <a:pPr algn="ctr">
              <a:defRPr sz="1650" b="0">
                <a:solidFill>
                  <a:srgbClr val="68717D"/>
                </a:solidFill>
              </a:defRPr>
            </a:pPr>
            <a:r>
              <a:rPr sz="1650" b="0">
                <a:solidFill>
                  <a:srgbClr val="68717D"/>
                </a:solidFill>
              </a:rPr>
              <a:t>pots arribar a les altres dues.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9F6EA-4D97-4142-81C5-7C74D8E1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19700"/>
            <a:ext cx="5715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55CB0-A57A-42B0-BB76-0CC479E2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6732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51D"/>
                </a:solidFill>
              </a:defRPr>
            </a:pPr>
            <a:r>
              <a:rPr sz="975" b="1">
                <a:solidFill>
                  <a:srgbClr val="10151D"/>
                </a:solidFill>
              </a:rPr>
              <a:t>LLIURABLE: 1 ZIP QUE ES POT TRANSPORTAR</a:t>
            </a:r>
          </a:p>
        </p:txBody>
      </p:sp>
    </p:spTree>
    <p:extLst>
      <p:ext uri="{BB962C8B-B14F-4D97-AF65-F5344CB8AC3E}">
        <p14:creationId xmlns:p14="http://schemas.microsoft.com/office/powerpoint/2010/main" val="1630959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6CD7F7-0300-4E78-9478-B94E4136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83600-58E8-4F22-A358-40E595BA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5CFF"/>
                </a:solidFill>
              </a:defRPr>
            </a:pPr>
            <a:r>
              <a:rPr sz="1050" b="1">
                <a:solidFill>
                  <a:srgbClr val="6E5CFF"/>
                </a:solidFill>
              </a:rPr>
              <a:t>ANATOMIA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CCE77-BE1B-44A4-AC04-6C3391AD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Quatre peces dins d’un enllaç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80759-9B15-4A7C-AA9E-035E570F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F1FAD-B90F-4FAF-84DE-C8A107CC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7F614-73DF-48F9-97A5-197F320C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Sessió 3 · Connecta les pàgines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AFE3C-E328-49BF-A256-0D39DFA8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7F2E0-8D0D-4C66-9F95-D969D528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5141B-4BEB-4209-A982-A6EEAE08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&lt;a href="programa.html"&gt;Consulta el programa&lt;/a&gt;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445C7-D0CB-4FC9-997D-363D8FE1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428875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00D83-23D4-4091-98BE-7B14F90E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E5CFF"/>
                </a:solidFill>
              </a:defRPr>
            </a:pPr>
            <a:r>
              <a:rPr sz="2100" b="1">
                <a:solidFill>
                  <a:srgbClr val="6E5CFF"/>
                </a:solidFill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D5009-F963-4CCB-887D-9F1AA617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51D"/>
                </a:solidFill>
              </a:defRPr>
            </a:pPr>
            <a:r>
              <a:rPr sz="1050" b="1">
                <a:solidFill>
                  <a:srgbClr val="10151D"/>
                </a:solidFill>
              </a:rPr>
              <a:t>ELEMENT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69B27D-3242-4A0E-BBB8-90D2388B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Crea l’enllaç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0B188-8047-4F6A-BD2D-F55FA738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05150"/>
            <a:ext cx="2428875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6B23B-F7A7-4BD6-926E-FBC776D7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33375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7E79"/>
                </a:solidFill>
              </a:defRPr>
            </a:pPr>
            <a:r>
              <a:rPr sz="2100" b="1">
                <a:solidFill>
                  <a:srgbClr val="137E79"/>
                </a:solidFill>
              </a:rPr>
              <a:t>href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7EEB1-BFED-499A-AC53-45FD3F29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943350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51D"/>
                </a:solidFill>
              </a:defRPr>
            </a:pPr>
            <a:r>
              <a:rPr sz="1050" b="1">
                <a:solidFill>
                  <a:srgbClr val="10151D"/>
                </a:solidFill>
              </a:rPr>
              <a:t>ATRIBUT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512574-90F2-4B6D-A910-612C060D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3624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Indica on va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1ABC9E-462F-4345-905F-72D5461A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05150"/>
            <a:ext cx="2428875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ADDC60-7F17-4FE8-B383-DAEBFFD0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3375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E5CFF"/>
                </a:solidFill>
              </a:defRPr>
            </a:pPr>
            <a:r>
              <a:rPr sz="2100" b="1">
                <a:solidFill>
                  <a:srgbClr val="6E5CFF"/>
                </a:solidFill>
              </a:rPr>
              <a:t>programa.html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B2FE2-E3DB-4143-8A1C-DC1F685E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51D"/>
                </a:solidFill>
              </a:defRPr>
            </a:pPr>
            <a:r>
              <a:rPr sz="1050" b="1">
                <a:solidFill>
                  <a:srgbClr val="10151D"/>
                </a:solidFill>
              </a:rPr>
              <a:t>VALOR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8FE60A-52FD-408A-9957-40647449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És la ruta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C140CD-D514-4278-9CF8-2BBDFC77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105150"/>
            <a:ext cx="2428875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F69F34-C865-4C33-9CE5-AFD0A41B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33750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7E79"/>
                </a:solidFill>
              </a:defRPr>
            </a:pPr>
            <a:r>
              <a:rPr sz="1425" b="1">
                <a:solidFill>
                  <a:srgbClr val="137E79"/>
                </a:solidFill>
              </a:rPr>
              <a:t>Consulta el programa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DDEC5F-2057-4839-BF8C-43342427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943350"/>
            <a:ext cx="2047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51D"/>
                </a:solidFill>
              </a:defRPr>
            </a:pPr>
            <a:r>
              <a:rPr sz="1050" b="1">
                <a:solidFill>
                  <a:srgbClr val="10151D"/>
                </a:solidFill>
              </a:rPr>
              <a:t>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B70287-5657-43E1-9727-2592CA88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3624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Explica el destí</a:t>
            </a:r>
          </a:p>
        </p:txBody>
      </p:sp>
    </p:spTree>
    <p:extLst>
      <p:ext uri="{BB962C8B-B14F-4D97-AF65-F5344CB8AC3E}">
        <p14:creationId xmlns:p14="http://schemas.microsoft.com/office/powerpoint/2010/main" val="11277145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33598-A7E7-47A1-8B9A-AE4C9EF5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16DB6-1545-439F-AE22-88BAE5A7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5CFF"/>
                </a:solidFill>
              </a:defRPr>
            </a:pPr>
            <a:r>
              <a:rPr sz="1050" b="1">
                <a:solidFill>
                  <a:srgbClr val="6E5CFF"/>
                </a:solidFill>
              </a:rPr>
              <a:t>REGLA D’OR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2EE66-6330-4F54-8710-2F5AE0DF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La ruta surt d’on soc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81F53-953D-47AE-846B-C69075B8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F4F7B-3890-422F-9BC3-A254CDA0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60B67-0B9A-429D-A41C-40C9B87F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Sessió 3 · Connecta les pàgines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579A1-B866-4BB7-B535-F815E878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22CFF-253D-47AE-B640-DE98FC0B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1005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ORIGEN  →  RECORREGUT  →  DESTINACIÓ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B0BEA-46FF-4C6E-8B29-84904C13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333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67493-2C4B-42B3-A062-3EEDE6A3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33400" cy="15811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CC098-C44F-4897-9953-8A79F5B1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C0281-F23F-4804-A3E5-2164BCE5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052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51D"/>
                </a:solidFill>
              </a:defRPr>
            </a:pPr>
            <a:r>
              <a:rPr sz="1500" b="1">
                <a:solidFill>
                  <a:srgbClr val="10151D"/>
                </a:solidFill>
              </a:rPr>
              <a:t>LOCALITZA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CF90D-AEC9-487A-9A5D-4494C3D0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2400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En quin fitxer està escrit href?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BD356-8C2D-4AF7-8B8D-2E390067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333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9EB27-AEB0-4B2D-8509-CE398D96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533400" cy="15811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ECE5B-7E09-48F1-8ECB-51730345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05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F13214-52CC-4AD5-8914-8935F5DD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052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51D"/>
                </a:solidFill>
              </a:defRPr>
            </a:pPr>
            <a:r>
              <a:rPr sz="1500" b="1">
                <a:solidFill>
                  <a:srgbClr val="10151D"/>
                </a:solidFill>
              </a:rPr>
              <a:t>DIBUIXA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BADC3-FB01-4C80-9CC4-2AD7C3FE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24300"/>
            <a:ext cx="2400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On és el fitxer de destinació?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8F6FDB-7189-4D29-8455-C41805C4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33750"/>
            <a:ext cx="35814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2C9944-F2A0-4302-AC31-0A8F034F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33750"/>
            <a:ext cx="533400" cy="15811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ABB1CD-8307-44A5-868E-B5116BE4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052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8503C-9FC3-4A16-8EF5-1687B750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052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51D"/>
                </a:solidFill>
              </a:defRPr>
            </a:pPr>
            <a:r>
              <a:rPr sz="1500" b="1">
                <a:solidFill>
                  <a:srgbClr val="10151D"/>
                </a:solidFill>
              </a:rPr>
              <a:t>CALCULA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609E6D-6CF1-41A6-B799-52548463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24300"/>
            <a:ext cx="2647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Puja, baixa o queda’t?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E3F024-0DD6-4F18-A5E9-AF07C776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314950"/>
            <a:ext cx="4267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EE3337-9FB5-47D7-B8DF-D5042126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362575"/>
            <a:ext cx="407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NO AFEGEIXIS ../ A L’ATZAR</a:t>
            </a:r>
          </a:p>
        </p:txBody>
      </p:sp>
    </p:spTree>
    <p:extLst>
      <p:ext uri="{BB962C8B-B14F-4D97-AF65-F5344CB8AC3E}">
        <p14:creationId xmlns:p14="http://schemas.microsoft.com/office/powerpoint/2010/main" val="17782930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DB63E-B409-4C9D-BA3B-D0C2A79F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625F1-4BFE-40CA-B990-6721049E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D7D0"/>
                </a:solidFill>
              </a:defRPr>
            </a:pPr>
            <a:r>
              <a:rPr sz="1050" b="1">
                <a:solidFill>
                  <a:srgbClr val="25D7D0"/>
                </a:solidFill>
              </a:rPr>
              <a:t>MATEIXA CARPETA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8EFF6-A407-4B61-B7B8-311560A8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Fitxers germans: escriu el nom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2ACC6-07C7-4074-A540-62D33D22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DEE46-E04F-4A0F-8214-28C9A4F3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B73ED-474A-44F9-97D5-236B812A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Sessió 3 · Connecta les pàgines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FB9641-C165-4740-BD36-B321A51E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2609850"/>
          </a:xfrm>
          <a:prstGeom xmlns:a="http://schemas.openxmlformats.org/drawingml/2006/main" prst="roundRect">
            <a:avLst>
              <a:gd name="adj" fmla="val 4380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D36EA-CEA3-4583-8E06-27F95E11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1C4AD-9873-466B-B829-8819F976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47815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projecte/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├── index.html       ← origen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└── programa.html    ← destinació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2F3D9-4D7D-4BF0-B4EF-705BA86C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6E5CFF"/>
                </a:solidFill>
              </a:defRPr>
            </a:pPr>
            <a:r>
              <a:rPr sz="3300" b="1">
                <a:solidFill>
                  <a:srgbClr val="6E5C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8C9E4-FF70-4C20-AD19-0F829C59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90700"/>
            <a:ext cx="4686300" cy="2609850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94414-5669-4CCD-89CB-700B35D1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5CFF"/>
                </a:solidFill>
              </a:defRPr>
            </a:pPr>
            <a:r>
              <a:rPr sz="1200" b="1">
                <a:solidFill>
                  <a:srgbClr val="6E5CFF"/>
                </a:solidFill>
              </a:rPr>
              <a:t>DES D’index.html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E39E5-0F5E-41FC-8A22-82A5AA11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05100"/>
            <a:ext cx="4038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7613D-D350-4CCD-A52F-263E0291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051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887C8-5C88-4DAC-A6EE-1307C2B1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95600"/>
            <a:ext cx="3600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href="programa.html"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9A16F-B1C3-47D7-B2F1-BE96716C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05250"/>
            <a:ext cx="4038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8717D"/>
                </a:solidFill>
              </a:defRPr>
            </a:pPr>
            <a:r>
              <a:rPr sz="1425" b="0">
                <a:solidFill>
                  <a:srgbClr val="68717D"/>
                </a:solidFill>
              </a:rPr>
              <a:t>No cal escriure tota la ubicació.</a:t>
            </a:r>
          </a:p>
          <a:p xmlns:a="http://schemas.openxmlformats.org/drawingml/2006/main">
            <a:pPr algn="ctr">
              <a:defRPr sz="1425" b="0">
                <a:solidFill>
                  <a:srgbClr val="68717D"/>
                </a:solidFill>
              </a:defRPr>
            </a:pPr>
            <a:r>
              <a:rPr sz="1425" b="0">
                <a:solidFill>
                  <a:srgbClr val="68717D"/>
                </a:solidFill>
              </a:rPr>
              <a:t>Comparteixen carpeta.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33B83-AC17-452C-92F9-0046F585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43500"/>
            <a:ext cx="468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1439DD-3F6B-4E49-87FF-8940A8F9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91125"/>
            <a:ext cx="449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51D"/>
                </a:solidFill>
              </a:defRPr>
            </a:pPr>
            <a:r>
              <a:rPr sz="975" b="1">
                <a:solidFill>
                  <a:srgbClr val="10151D"/>
                </a:solidFill>
              </a:rPr>
              <a:t>TAMBÉ ÉS VÀLID: ./programa.html</a:t>
            </a:r>
          </a:p>
        </p:txBody>
      </p:sp>
    </p:spTree>
    <p:extLst>
      <p:ext uri="{BB962C8B-B14F-4D97-AF65-F5344CB8AC3E}">
        <p14:creationId xmlns:p14="http://schemas.microsoft.com/office/powerpoint/2010/main" val="7055500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B4755-8736-4866-BA84-5A066724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1005B-636E-482F-97DB-63C82B74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D7D0"/>
                </a:solidFill>
              </a:defRPr>
            </a:pPr>
            <a:r>
              <a:rPr sz="1050" b="1">
                <a:solidFill>
                  <a:srgbClr val="25D7D0"/>
                </a:solidFill>
              </a:rPr>
              <a:t>CANVI DE NIVELL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71DB3-CB26-4446-98DE-F5AEF801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../ significa: puja una carpeta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42F2E-0CCF-4406-89F4-F3E1B995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A5B94-75FB-4FF3-A456-FD36186A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92205-8057-4AFB-A388-D5BF40BD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Sessió 3 · Connecta les pàgines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42534-0E77-4F65-8575-A54DB96A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029200" cy="33718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7264E-4ACF-4250-87A3-24042B7B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6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9BE7D-48E5-49EE-B3CD-BBFC71B3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45910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projecte/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├── index.html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├── pagines/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│   └── programa.html   ← origen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└── contacte/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└── contacte.html   ← destí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7C7B4-0EC2-4A95-AA77-499583A6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76400"/>
            <a:ext cx="5429250" cy="3371850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5C541-A3C6-41E8-A96D-F821ED06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383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6E5CFF"/>
                </a:solidFill>
              </a:defRPr>
            </a:pPr>
            <a:r>
              <a:rPr sz="2850" b="1">
                <a:solidFill>
                  <a:srgbClr val="6E5C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22D58-B5E7-49A5-A563-BC016EEC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51D"/>
                </a:solidFill>
              </a:defRPr>
            </a:pPr>
            <a:r>
              <a:rPr sz="1950" b="1">
                <a:solidFill>
                  <a:srgbClr val="10151D"/>
                </a:solidFill>
              </a:rPr>
              <a:t>Puja a projecte/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283C30-0A17-44F4-AFFF-A062AC16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5D7D0"/>
                </a:solidFill>
              </a:defRPr>
            </a:pPr>
            <a:r>
              <a:rPr sz="2850" b="1">
                <a:solidFill>
                  <a:srgbClr val="25D7D0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7D551-EE0E-492D-AA7D-83EBA09A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52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51D"/>
                </a:solidFill>
              </a:defRPr>
            </a:pPr>
            <a:r>
              <a:rPr sz="1950" b="1">
                <a:solidFill>
                  <a:srgbClr val="10151D"/>
                </a:solidFill>
              </a:rPr>
              <a:t>Baixa a contacte/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5374E-22CC-4FB6-BB88-543281C5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4743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75EAF-F95B-4819-AF8D-BBCD6342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34F52-9CFF-49EB-89EF-883B47EA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href="../contacte/contacte.html"</a:t>
            </a:r>
          </a:p>
        </p:txBody>
      </p:sp>
    </p:spTree>
    <p:extLst>
      <p:ext uri="{BB962C8B-B14F-4D97-AF65-F5344CB8AC3E}">
        <p14:creationId xmlns:p14="http://schemas.microsoft.com/office/powerpoint/2010/main" val="9026751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44336-9B07-4081-8C39-7360232D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E6CA8-7E6D-41E0-92C4-F95A9445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F43"/>
                </a:solidFill>
              </a:defRPr>
            </a:pPr>
            <a:r>
              <a:rPr sz="1050" b="1">
                <a:solidFill>
                  <a:srgbClr val="FF9F43"/>
                </a:solidFill>
              </a:rPr>
              <a:t>PART D’UNA PÀGINA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F88BC-7594-4702-B9C3-2ED4B648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Un fragment necessita dues peces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D022E-BB8F-4B85-B7C4-826279ED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D528E-B5EE-4677-8267-CD8DBFFC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68F24-F439-4BEA-908C-885E4524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Sessió 3 · Connecta les pàgines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8B6D2-B4C8-463B-853F-A72BF161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800600" cy="25908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71B75-5075-44A5-A593-F5AE5325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533400" cy="2590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B753D-1B24-47C4-A578-6F70BA47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18B77-B864-4BA2-A86F-AB10AE8F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43100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51D"/>
                </a:solidFill>
              </a:defRPr>
            </a:pPr>
            <a:r>
              <a:rPr sz="1500" b="1">
                <a:solidFill>
                  <a:srgbClr val="10151D"/>
                </a:solidFill>
              </a:rPr>
              <a:t>DESTÍ AMB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FC89B-9038-4188-B3B4-9EBE35CC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62200"/>
            <a:ext cx="38671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&lt;h2 id="horaris"&gt;Horaris&lt;/h2&gt;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20E4F-10FE-4158-82BF-3882E77A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05100"/>
            <a:ext cx="590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6E5CFF"/>
                </a:solidFill>
              </a:defRPr>
            </a:pPr>
            <a:r>
              <a:rPr sz="3300" b="1">
                <a:solidFill>
                  <a:srgbClr val="6E5CFF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8BA3F-D2F5-474A-9359-9CAEE04B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71650"/>
            <a:ext cx="5086350" cy="25908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B20F8A-8773-47E9-9E53-BDD61AE9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71650"/>
            <a:ext cx="533400" cy="2590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9E3CD-2B9A-456C-A43D-2791D3D7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431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5B73B-9862-4080-9DE7-C17A897C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43100"/>
            <a:ext cx="415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51D"/>
                </a:solidFill>
              </a:defRPr>
            </a:pPr>
            <a:r>
              <a:rPr sz="1500" b="1">
                <a:solidFill>
                  <a:srgbClr val="10151D"/>
                </a:solidFill>
              </a:rPr>
              <a:t>ENLLAÇ AMB #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7DDBD-A438-4853-AF16-53C3CFFB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62200"/>
            <a:ext cx="41529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&lt;a href="#horaris"&gt;Ves als horaris&lt;/a&gt;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4A662-AF72-4052-AB26-73A088D2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64D8DD-6E56-4674-89BA-EB434EF5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1021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#horaris només funciona si coincideix exactament amb id="horaris"</a:t>
            </a:r>
          </a:p>
        </p:txBody>
      </p:sp>
    </p:spTree>
    <p:extLst>
      <p:ext uri="{BB962C8B-B14F-4D97-AF65-F5344CB8AC3E}">
        <p14:creationId xmlns:p14="http://schemas.microsoft.com/office/powerpoint/2010/main" val="1849087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1B9D8-0BD7-46BD-BB8B-8929FD8B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A1F89-BF7D-4846-8465-397BA2BA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5CFF"/>
                </a:solidFill>
              </a:defRPr>
            </a:pPr>
            <a:r>
              <a:rPr sz="1050" b="1">
                <a:solidFill>
                  <a:srgbClr val="6E5CFF"/>
                </a:solidFill>
              </a:rPr>
              <a:t>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C49B0-E8F7-4249-AD9B-09ECAC1A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La mateixa nav a les tres pàgines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8C178-E33D-4D13-88F0-E9DE12D7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C3060-25D8-4545-836C-0420ED09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08DBB-895B-440D-92C5-62E2CFA1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Sessió 3 · Connecta les pàgines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F499D-79F4-4C55-864A-A0C9B6D4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5722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BF325-9383-4F4E-8D74-37D20626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62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227FA-9A94-48F7-8A07-B40BA23D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05000"/>
            <a:ext cx="61341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&lt;nav&gt;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&lt;a href="index.html"&gt;Inici&lt;/a&gt;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&lt;a href="programa.html"&gt;Programa&lt;/a&gt;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&lt;a href="contacte.html"&gt;Contacte&lt;/a&gt;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&lt;/nav&gt;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4510C-0BBC-4DEA-916A-425927D3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14500"/>
            <a:ext cx="3886200" cy="3219450"/>
          </a:xfrm>
          <a:prstGeom xmlns:a="http://schemas.openxmlformats.org/drawingml/2006/main" prst="roundRect">
            <a:avLst>
              <a:gd name="adj" fmla="val 47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F2241-3B5A-4A9F-AAFF-91A51975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38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CFF"/>
                </a:solidFill>
              </a:defRPr>
            </a:pPr>
            <a:r>
              <a:rPr sz="1350" b="1">
                <a:solidFill>
                  <a:srgbClr val="6E5CFF"/>
                </a:solidFill>
              </a:rPr>
              <a:t>COMPROVA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6A121-51FA-42FB-9C98-7051F91B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47950"/>
            <a:ext cx="31051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51D"/>
                </a:solidFill>
              </a:defRPr>
            </a:pPr>
            <a:r>
              <a:rPr sz="1725" b="0">
                <a:solidFill>
                  <a:srgbClr val="10151D"/>
                </a:solidFill>
              </a:rPr>
              <a:t>✓ Apareix als 3 fitxers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0151D"/>
                </a:solidFill>
              </a:defRPr>
            </a:pPr>
            <a:r>
              <a:rPr sz="1725" b="0">
                <a:solidFill>
                  <a:srgbClr val="10151D"/>
                </a:solidFill>
              </a:rPr>
              <a:t>✓ Els textos són clars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0151D"/>
                </a:solidFill>
              </a:defRPr>
            </a:pPr>
            <a:r>
              <a:rPr sz="1725" b="0">
                <a:solidFill>
                  <a:srgbClr val="10151D"/>
                </a:solidFill>
              </a:rPr>
              <a:t>✓ Funciona des de cada pàgina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BE979-BA63-4E85-A8E8-1D1D7659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76850"/>
            <a:ext cx="5105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ABDF1-6AE4-4276-9B97-04ACD483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324475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NO PROVIS NOMÉS DES D’index.html</a:t>
            </a:r>
          </a:p>
        </p:txBody>
      </p:sp>
    </p:spTree>
    <p:extLst>
      <p:ext uri="{BB962C8B-B14F-4D97-AF65-F5344CB8AC3E}">
        <p14:creationId xmlns:p14="http://schemas.microsoft.com/office/powerpoint/2010/main" val="4555572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6EB6AC-CDC8-47B4-8B46-5AC4C3F9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071B16-01AD-46EC-8AA4-04BD0805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D7D0"/>
                </a:solidFill>
              </a:defRPr>
            </a:pPr>
            <a:r>
              <a:rPr sz="1050" b="1">
                <a:solidFill>
                  <a:srgbClr val="25D7D0"/>
                </a:solidFill>
              </a:rPr>
              <a:t>LABORATORI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D4130B-D9F2-4AAC-B624-11039B33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Localitza. Dibuixa. Respon. Prova.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79B81-D113-46C4-8604-647F5B48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6E63C-D22D-4962-860C-93E33C6A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B6AD6-2071-48DD-9BF2-33D3ACC2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Sessió 3 · Connecta les pàgines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5D518-D49B-4F36-A507-1BB540E1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105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AFBE7-2DC9-440A-A7FD-0EE4D502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33400" cy="1428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C47DB-0649-4D9A-934F-D7C23042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39CA6-ED1C-426F-BD2F-8812E46C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0500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51D"/>
                </a:solidFill>
              </a:defRPr>
            </a:pPr>
            <a:r>
              <a:rPr sz="1500" b="1">
                <a:solidFill>
                  <a:srgbClr val="10151D"/>
                </a:solidFill>
              </a:rPr>
              <a:t>index → programa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29305-CAD8-4B75-89FF-0715820B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4171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programa.html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A1424-0712-4A07-AB73-3112951E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5105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767CA-847D-4D10-BCCB-7CBCB7F0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533400" cy="1428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1416A-101F-4FF0-9F8E-F413CB8A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0506E-6944-4F57-94B8-51B0365F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0500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51D"/>
                </a:solidFill>
              </a:defRPr>
            </a:pPr>
            <a:r>
              <a:rPr sz="1500" b="1">
                <a:solidFill>
                  <a:srgbClr val="10151D"/>
                </a:solidFill>
              </a:rPr>
              <a:t>pagines/programa → index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EE289-F903-4385-A026-66877382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24100"/>
            <a:ext cx="4171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../index.html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7E759A-7907-45C8-A292-1B02876B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5105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A2879-3558-43DE-9585-4C9615CA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533400" cy="1428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CF8F89-0E96-4182-BF7A-32F587B1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621375-5958-4D73-805A-761E4C3B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51D"/>
                </a:solidFill>
              </a:defRPr>
            </a:pPr>
            <a:r>
              <a:rPr sz="1500" b="1">
                <a:solidFill>
                  <a:srgbClr val="10151D"/>
                </a:solidFill>
              </a:rPr>
              <a:t>pagines/programa → contacte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DC13B-8BAA-4170-851B-AFE92BBB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4171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../contacte/contacte.html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07D9FA-0F58-42CF-9B94-EEE39AEB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48050"/>
            <a:ext cx="51054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B073E7-2AB4-4BB7-8543-B110BBE3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48050"/>
            <a:ext cx="533400" cy="1428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59206B-B7AC-474B-9B26-11E428BB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55A234-DC05-4E05-A59D-A14AD8E4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19500"/>
            <a:ext cx="417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51D"/>
                </a:solidFill>
              </a:defRPr>
            </a:pPr>
            <a:r>
              <a:rPr sz="1500" b="1">
                <a:solidFill>
                  <a:srgbClr val="10151D"/>
                </a:solidFill>
              </a:rPr>
              <a:t>qualsevol pàgina → MDN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54C3F3-6AB7-4917-BAB1-13A9D890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38600"/>
            <a:ext cx="4171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https://developer.mozilla.org/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37F14B-D7BE-422D-9B20-88F40F74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53050"/>
            <a:ext cx="4991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989882-9A44-4B47-9A4F-06E9EF33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400675"/>
            <a:ext cx="480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51D"/>
                </a:solidFill>
              </a:defRPr>
            </a:pPr>
            <a:r>
              <a:rPr sz="975" b="1">
                <a:solidFill>
                  <a:srgbClr val="10151D"/>
                </a:solidFill>
              </a:rPr>
              <a:t>PRIMER JUSTIFICA · DESPRÉS EXECUTA</a:t>
            </a:r>
          </a:p>
        </p:txBody>
      </p:sp>
    </p:spTree>
    <p:extLst>
      <p:ext uri="{BB962C8B-B14F-4D97-AF65-F5344CB8AC3E}">
        <p14:creationId xmlns:p14="http://schemas.microsoft.com/office/powerpoint/2010/main" val="12064955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BBFE83-2F94-4520-AA9E-A6685520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9CFD0-6B23-4BC9-9C84-7ACC32D8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5CFF"/>
                </a:solidFill>
              </a:defRPr>
            </a:pPr>
            <a:r>
              <a:rPr sz="1050" b="1">
                <a:solidFill>
                  <a:srgbClr val="6E5CFF"/>
                </a:solidFill>
              </a:rPr>
              <a:t>PROJECTE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853EF-84E8-40AD-9162-5C465728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Construeix el teu petit lloc web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8458B-D794-473C-A510-C7430C3C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E300E-4950-4870-8D2E-618D3231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87F07-D5EA-4D99-857C-312A3DAA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Sessió 3 · Connecta les pàgines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A5880-DCFE-4718-B0FC-DD3FA3BA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3147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A0CC8-72A6-4807-8EBC-8F040740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33400" cy="13906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2B997-4829-4623-BA9E-C766F37A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8D0A2-291E-4927-A029-A74AF2B8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85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51D"/>
                </a:solidFill>
              </a:defRPr>
            </a:pPr>
            <a:r>
              <a:rPr sz="1500" b="1">
                <a:solidFill>
                  <a:srgbClr val="10151D"/>
                </a:solidFill>
              </a:rPr>
              <a:t>CONSERVA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C7799-B1B6-439F-B616-26722F3E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050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index_s2.html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B7DF2-8A56-41A1-8711-37341377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14500"/>
            <a:ext cx="33147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F8464-2A04-4637-BE79-55F323A7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14500"/>
            <a:ext cx="533400" cy="13906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B212D-F36F-45CC-8175-0D1199FC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859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CDF98-9688-4718-BA31-78330EBA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51D"/>
                </a:solidFill>
              </a:defRPr>
            </a:pPr>
            <a:r>
              <a:rPr sz="1500" b="1">
                <a:solidFill>
                  <a:srgbClr val="10151D"/>
                </a:solidFill>
              </a:rPr>
              <a:t>CREA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471BF-9F4A-40FD-8EAD-5B454440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050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programa + contacte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B4FF9-2B0F-40AF-A594-649D0041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33147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2FAA9-8CB9-4F4A-8EEE-BCF7232E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533400" cy="13906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C573A2-ED74-4139-B262-00BD103C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90D79-6B07-405D-87CD-DFECAAAD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85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51D"/>
                </a:solidFill>
              </a:defRPr>
            </a:pPr>
            <a:r>
              <a:rPr sz="1500" b="1">
                <a:solidFill>
                  <a:srgbClr val="10151D"/>
                </a:solidFill>
              </a:rPr>
              <a:t>NAVEGA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0DFAD-F437-422C-A4C9-59F9189E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nav als 3 fitxers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06D35-B9F1-4337-8F31-7A2E34D2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3147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88088E-6079-481E-9C6F-41194B53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33400" cy="13906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2F9CBC-F1AB-423D-9CFF-4FBCB5D3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00FCA2-E67D-4310-8D9D-B46400B1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51D"/>
                </a:solidFill>
              </a:defRPr>
            </a:pPr>
            <a:r>
              <a:rPr sz="1500" b="1">
                <a:solidFill>
                  <a:srgbClr val="10151D"/>
                </a:solidFill>
              </a:rPr>
              <a:t>CONNECTA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24EB73-E6EF-42E7-941C-26082FE5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#horaris + URL externa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65C4AC-3623-448E-87D5-582C446E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90900"/>
            <a:ext cx="33147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4867AF-09AB-420D-A4E7-08275B72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90900"/>
            <a:ext cx="533400" cy="13906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74A68B-10F5-48F2-9D3E-81AA4D84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62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FB1F12-8C5F-4373-BBDB-882CE636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62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51D"/>
                </a:solidFill>
              </a:defRPr>
            </a:pPr>
            <a:r>
              <a:rPr sz="1500" b="1">
                <a:solidFill>
                  <a:srgbClr val="10151D"/>
                </a:solidFill>
              </a:rPr>
              <a:t>PROVA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EC7078-DC39-4D4B-A271-D08E6972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814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3 enllaços × 3 pàgines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2164E1-DFF7-457C-9433-98D51006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90900"/>
            <a:ext cx="33147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DDF9F7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161BE9-468B-4CA6-B5F6-3353493F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90900"/>
            <a:ext cx="533400" cy="13906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CED90A-4A5F-4138-A6A5-20ADA736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2E6DF9-647D-4BBA-BEF4-48AD62EA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51D"/>
                </a:solidFill>
              </a:defRPr>
            </a:pPr>
            <a:r>
              <a:rPr sz="1500" b="1">
                <a:solidFill>
                  <a:srgbClr val="10151D"/>
                </a:solidFill>
              </a:rPr>
              <a:t>EXPLICA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D84077-A2EC-4060-A6FB-C02A359D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814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D"/>
                </a:solidFill>
              </a:defRPr>
            </a:pPr>
            <a:r>
              <a:rPr sz="1275" b="0">
                <a:solidFill>
                  <a:srgbClr val="68717D"/>
                </a:solidFill>
              </a:rPr>
              <a:t>registre_s3.txt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64E2FF-9B05-4132-AE74-BBEA2879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14950"/>
            <a:ext cx="6743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5C4B83-CFDD-4A52-A47E-9A1B3730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362575"/>
            <a:ext cx="655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51D"/>
                </a:solidFill>
              </a:defRPr>
            </a:pPr>
            <a:r>
              <a:rPr sz="975" b="1">
                <a:solidFill>
                  <a:srgbClr val="10151D"/>
                </a:solidFill>
              </a:rPr>
              <a:t>CRITERI: TOT FUNCIONA DESPRÉS DE MOURE LA CARPETA</a:t>
            </a:r>
          </a:p>
        </p:txBody>
      </p:sp>
    </p:spTree>
    <p:extLst>
      <p:ext uri="{BB962C8B-B14F-4D97-AF65-F5344CB8AC3E}">
        <p14:creationId xmlns:p14="http://schemas.microsoft.com/office/powerpoint/2010/main" val="6891732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F21C1-4E94-4D99-BB38-2585A6B7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008AC-E027-48C0-B6FF-DD5C4127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9F43"/>
                </a:solidFill>
              </a:defRPr>
            </a:pPr>
            <a:r>
              <a:rPr sz="1050" b="1">
                <a:solidFill>
                  <a:srgbClr val="FF9F43"/>
                </a:solidFill>
              </a:rPr>
              <a:t>REPTE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61F4D-512D-400B-B3B1-42065836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Campus Byte té cinc rutes avariades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4ABA1-B308-4532-BE3D-D210CFFB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09B1D-1385-47C0-8689-7152726C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985A9-9891-42DC-B6B4-BD114BA8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Sessió 3 · Connecta les pàgines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31AFD-4E76-4392-8F02-9647A541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705350" cy="3295650"/>
          </a:xfrm>
          <a:prstGeom xmlns:a="http://schemas.openxmlformats.org/drawingml/2006/main" prst="roundRect">
            <a:avLst>
              <a:gd name="adj" fmla="val 3468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AE595-A1E2-4781-83AB-C8D816E2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62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01BA7-FBE7-47B3-A330-DC9E37B0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05000"/>
            <a:ext cx="426720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campus-byte/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├── index.html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├── pagines/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│   └── programa.html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└── contacte/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    └── contacte.html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5805B-EF57-4091-B5DD-43D16089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714500"/>
            <a:ext cx="5734050" cy="3295650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FFF0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4D14B-8C1B-49FC-BD30-A67BE58D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9F43"/>
                </a:solidFill>
              </a:defRPr>
            </a:pPr>
            <a:r>
              <a:rPr sz="1350" b="1">
                <a:solidFill>
                  <a:srgbClr val="FF9F43"/>
                </a:solidFill>
              </a:rPr>
              <a:t>PROTOCOL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34262-DD00-4569-9FC4-78BBD0CD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48577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51D"/>
                </a:solidFill>
              </a:defRPr>
            </a:pPr>
            <a:r>
              <a:rPr sz="1875" b="0">
                <a:solidFill>
                  <a:srgbClr val="10151D"/>
                </a:solidFill>
              </a:rPr>
              <a:t>1. Diagnostica sense editar</a:t>
            </a:r>
          </a:p>
          <a:p xmlns:a="http://schemas.openxmlformats.org/drawingml/2006/main">
            <a:pPr algn="l">
              <a:defRPr sz="1875" b="0">
                <a:solidFill>
                  <a:srgbClr val="10151D"/>
                </a:solidFill>
              </a:defRPr>
            </a:pPr>
            <a:r>
              <a:rPr sz="1875" b="0">
                <a:solidFill>
                  <a:srgbClr val="10151D"/>
                </a:solidFill>
              </a:rPr>
              <a:t>2. Anota origen i destinació</a:t>
            </a:r>
          </a:p>
          <a:p xmlns:a="http://schemas.openxmlformats.org/drawingml/2006/main">
            <a:pPr algn="l">
              <a:defRPr sz="1875" b="0">
                <a:solidFill>
                  <a:srgbClr val="10151D"/>
                </a:solidFill>
              </a:defRPr>
            </a:pPr>
            <a:r>
              <a:rPr sz="1875" b="0">
                <a:solidFill>
                  <a:srgbClr val="10151D"/>
                </a:solidFill>
              </a:rPr>
              <a:t>3. Repara una ruta</a:t>
            </a:r>
          </a:p>
          <a:p xmlns:a="http://schemas.openxmlformats.org/drawingml/2006/main">
            <a:pPr algn="l">
              <a:defRPr sz="1875" b="0">
                <a:solidFill>
                  <a:srgbClr val="10151D"/>
                </a:solidFill>
              </a:defRPr>
            </a:pPr>
            <a:r>
              <a:rPr sz="1875" b="0">
                <a:solidFill>
                  <a:srgbClr val="10151D"/>
                </a:solidFill>
              </a:rPr>
              <a:t>4. Prova immediatament</a:t>
            </a:r>
          </a:p>
          <a:p xmlns:a="http://schemas.openxmlformats.org/drawingml/2006/main">
            <a:pPr algn="l">
              <a:defRPr sz="1875" b="0">
                <a:solidFill>
                  <a:srgbClr val="10151D"/>
                </a:solidFill>
              </a:defRPr>
            </a:pPr>
            <a:r>
              <a:rPr sz="1875" b="0">
                <a:solidFill>
                  <a:srgbClr val="10151D"/>
                </a:solidFill>
              </a:rPr>
              <a:t>5. Registra què has canviat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F0752-3480-4678-B8F6-000AAA22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34000"/>
            <a:ext cx="4610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A7A50-74F4-42DF-B896-17DD905A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381625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NO MOGUIS NI REANOMENIS FITXERS</a:t>
            </a:r>
          </a:p>
        </p:txBody>
      </p:sp>
    </p:spTree>
    <p:extLst>
      <p:ext uri="{BB962C8B-B14F-4D97-AF65-F5344CB8AC3E}">
        <p14:creationId xmlns:p14="http://schemas.microsoft.com/office/powerpoint/2010/main" val="16720279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D76FC-0033-4168-B218-876B3B16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9E796-8AAD-4BAE-BEC5-F09439F1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5CFF"/>
                </a:solidFill>
              </a:defRPr>
            </a:pPr>
            <a:r>
              <a:rPr sz="1050" b="1">
                <a:solidFill>
                  <a:srgbClr val="6E5CFF"/>
                </a:solidFill>
              </a:rPr>
              <a:t>LLIURAMENT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ECE37-D0A1-471D-9804-61945C61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51D"/>
                </a:solidFill>
              </a:defRPr>
            </a:pPr>
            <a:r>
              <a:rPr sz="3150" b="1">
                <a:solidFill>
                  <a:srgbClr val="10151D"/>
                </a:solidFill>
              </a:rPr>
              <a:t>Empaqueta i fes la prova de transport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1BD1F-16C1-4B05-895C-20B1CD5F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38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8717D"/>
                </a:solidFill>
              </a:defRPr>
            </a:pPr>
            <a:r>
              <a:rPr sz="1050" b="1">
                <a:solidFill>
                  <a:srgbClr val="68717D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6CD7D-9175-4853-A7F6-E1A24EF2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28214-8A8F-4D38-9683-63C66F53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D"/>
                </a:solidFill>
              </a:defRPr>
            </a:pPr>
            <a:r>
              <a:rPr sz="900" b="1">
                <a:solidFill>
                  <a:srgbClr val="68717D"/>
                </a:solidFill>
              </a:rPr>
              <a:t>AEA2 · Sessió 3 · Connecta les pàgines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C750F-99B0-4946-BAFC-005D10F9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9339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1015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161DA-4EA3-4BB7-B02B-AA003E4E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F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D5259-C9F1-4473-A23A-15333533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44958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AEA2_S3_Cognom_Nom.zip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├── index_s2.html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├── index.html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├── programa.html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├── contacte.html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├── repte_rutes_reparat/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└── registre_s3.txt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C3324-0F1F-4F67-8A5B-661E82FA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57350"/>
            <a:ext cx="5524500" cy="35623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3A64E-B4C7-4AC8-8F32-E0B92DFD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5CFF"/>
                </a:solidFill>
              </a:defRPr>
            </a:pPr>
            <a:r>
              <a:rPr sz="1350" b="1">
                <a:solidFill>
                  <a:srgbClr val="6E5CFF"/>
                </a:solidFill>
              </a:rPr>
              <a:t>PROVA FINAL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64E90-6AD9-470C-8CA9-A392F52D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9850"/>
            <a:ext cx="47625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51D"/>
                </a:solidFill>
              </a:defRPr>
            </a:pPr>
            <a:r>
              <a:rPr sz="1875" b="0">
                <a:solidFill>
                  <a:srgbClr val="10151D"/>
                </a:solidFill>
              </a:rPr>
              <a:t>1. Comprimeix</a:t>
            </a:r>
          </a:p>
          <a:p xmlns:a="http://schemas.openxmlformats.org/drawingml/2006/main">
            <a:pPr algn="l">
              <a:defRPr sz="1875" b="0">
                <a:solidFill>
                  <a:srgbClr val="10151D"/>
                </a:solidFill>
              </a:defRPr>
            </a:pPr>
            <a:r>
              <a:rPr sz="1875" b="0">
                <a:solidFill>
                  <a:srgbClr val="10151D"/>
                </a:solidFill>
              </a:rPr>
              <a:t>2. Descomprimeix en una altra carpeta</a:t>
            </a:r>
          </a:p>
          <a:p xmlns:a="http://schemas.openxmlformats.org/drawingml/2006/main">
            <a:pPr algn="l">
              <a:defRPr sz="1875" b="0">
                <a:solidFill>
                  <a:srgbClr val="10151D"/>
                </a:solidFill>
              </a:defRPr>
            </a:pPr>
            <a:r>
              <a:rPr sz="1875" b="0">
                <a:solidFill>
                  <a:srgbClr val="10151D"/>
                </a:solidFill>
              </a:rPr>
              <a:t>3. Obre index.html</a:t>
            </a:r>
          </a:p>
          <a:p xmlns:a="http://schemas.openxmlformats.org/drawingml/2006/main">
            <a:pPr algn="l">
              <a:defRPr sz="1875" b="0">
                <a:solidFill>
                  <a:srgbClr val="10151D"/>
                </a:solidFill>
              </a:defRPr>
            </a:pPr>
            <a:r>
              <a:rPr sz="1875" b="0">
                <a:solidFill>
                  <a:srgbClr val="10151D"/>
                </a:solidFill>
              </a:rPr>
              <a:t>4. Recorre tot el lloc</a:t>
            </a:r>
          </a:p>
          <a:p xmlns:a="http://schemas.openxmlformats.org/drawingml/2006/main">
            <a:pPr algn="l">
              <a:defRPr sz="1875" b="0">
                <a:solidFill>
                  <a:srgbClr val="10151D"/>
                </a:solidFill>
              </a:defRPr>
            </a:pPr>
            <a:r>
              <a:rPr sz="1875" b="0">
                <a:solidFill>
                  <a:srgbClr val="10151D"/>
                </a:solidFill>
              </a:rPr>
              <a:t>5. Lliura només si funciona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844A92-CFF5-4BBF-A5EC-55B7BF62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05450"/>
            <a:ext cx="487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20871A-0D69-4862-A45D-B354403B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553075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5CFF"/>
                </a:solidFill>
              </a:defRPr>
            </a:pPr>
            <a:r>
              <a:rPr sz="975" b="1">
                <a:solidFill>
                  <a:srgbClr val="6E5CFF"/>
                </a:solidFill>
              </a:rPr>
              <a:t>ACABA: «ARA ENTENC QUE ../ ...»</a:t>
            </a:r>
          </a:p>
        </p:txBody>
      </p:sp>
    </p:spTree>
    <p:extLst>
      <p:ext uri="{BB962C8B-B14F-4D97-AF65-F5344CB8AC3E}">
        <p14:creationId xmlns:p14="http://schemas.microsoft.com/office/powerpoint/2010/main" val="10475931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2026-09-04T16:00:22.0880000Z</dcterms:created>
  <dcterms:modified xsi:type="dcterms:W3CDTF">2026-09-04T16:00:22.0890000Z</dcterms:modified>
</coreProperties>
</file>