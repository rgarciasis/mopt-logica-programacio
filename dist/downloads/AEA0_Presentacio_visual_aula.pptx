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a60e244cb141eb" /><Relationship Type="http://schemas.openxmlformats.org/officeDocument/2006/relationships/extended-properties" Target="/docProps/app.xml" Id="R4a8e0d19d39940c5" /><Relationship Type="http://schemas.openxmlformats.org/officeDocument/2006/relationships/officeDocument" Target="/ppt/presentation.xml" Id="R971bffe49d1d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1997f45c142d9"/>
  </p:sldMasterIdLst>
  <p:notesMasterIdLst>
    <p:notesMasterId xmlns:r="http://schemas.openxmlformats.org/officeDocument/2006/relationships" r:id="R8469fb3a351746b1"/>
  </p:notesMasterIdLst>
  <p:sldIdLst>
    <p:sldId xmlns:r="http://schemas.openxmlformats.org/officeDocument/2006/relationships" id="256" r:id="R4aaeec3016b54b94"/>
    <p:sldId xmlns:r="http://schemas.openxmlformats.org/officeDocument/2006/relationships" id="257" r:id="Re08984f879a644ea"/>
    <p:sldId xmlns:r="http://schemas.openxmlformats.org/officeDocument/2006/relationships" id="258" r:id="Rd507d9d922c04be7"/>
    <p:sldId xmlns:r="http://schemas.openxmlformats.org/officeDocument/2006/relationships" id="259" r:id="Re57655ffafa24e96"/>
    <p:sldId xmlns:r="http://schemas.openxmlformats.org/officeDocument/2006/relationships" id="260" r:id="Rc4f7a1cbe35f4227"/>
    <p:sldId xmlns:r="http://schemas.openxmlformats.org/officeDocument/2006/relationships" id="261" r:id="R567342e165294d7a"/>
    <p:sldId xmlns:r="http://schemas.openxmlformats.org/officeDocument/2006/relationships" id="262" r:id="R64e223db2e854cf2"/>
    <p:sldId xmlns:r="http://schemas.openxmlformats.org/officeDocument/2006/relationships" id="263" r:id="R1b16132d1d2a41ab"/>
    <p:sldId xmlns:r="http://schemas.openxmlformats.org/officeDocument/2006/relationships" id="264" r:id="Rc0a9d6028a184b76"/>
    <p:sldId xmlns:r="http://schemas.openxmlformats.org/officeDocument/2006/relationships" id="265" r:id="R714a929a0ea14765"/>
    <p:sldId xmlns:r="http://schemas.openxmlformats.org/officeDocument/2006/relationships" id="266" r:id="R32d2f65ee9be4456"/>
    <p:sldId xmlns:r="http://schemas.openxmlformats.org/officeDocument/2006/relationships" id="267" r:id="R8ab0ba7041c94588"/>
    <p:sldId xmlns:r="http://schemas.openxmlformats.org/officeDocument/2006/relationships" id="268" r:id="R02c087e721374b11"/>
    <p:sldId xmlns:r="http://schemas.openxmlformats.org/officeDocument/2006/relationships" id="269" r:id="R4f1dcb607d4448c1"/>
    <p:sldId xmlns:r="http://schemas.openxmlformats.org/officeDocument/2006/relationships" id="270" r:id="Rbc31cceb98bd4181"/>
    <p:sldId xmlns:r="http://schemas.openxmlformats.org/officeDocument/2006/relationships" id="271" r:id="R4949d1ee3d3e4d97"/>
    <p:sldId xmlns:r="http://schemas.openxmlformats.org/officeDocument/2006/relationships" id="272" r:id="R50cbbc2fee1b4a71"/>
    <p:sldId xmlns:r="http://schemas.openxmlformats.org/officeDocument/2006/relationships" id="273" r:id="Rf1adb4e4ea3a4b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7119e63384591" /><Relationship Type="http://schemas.openxmlformats.org/officeDocument/2006/relationships/slideMaster" Target="/ppt/slideMasters/slideMaster1.xml" Id="R1101997f45c142d9" /><Relationship Type="http://schemas.openxmlformats.org/officeDocument/2006/relationships/notesMaster" Target="/ppt/notesMasters/notesMaster1.xml" Id="R8469fb3a351746b1" /><Relationship Type="http://schemas.openxmlformats.org/officeDocument/2006/relationships/presProps" Target="/ppt/presProps.xml" Id="R5448e33164e64b9d" /><Relationship Type="http://schemas.openxmlformats.org/officeDocument/2006/relationships/tableStyles" Target="/ppt/tableStyles.xml" Id="R9dd5cac9ce534d23" /><Relationship Type="http://schemas.openxmlformats.org/officeDocument/2006/relationships/slide" Target="/ppt/slides/slide1.xml" Id="R4aaeec3016b54b94" /><Relationship Type="http://schemas.openxmlformats.org/officeDocument/2006/relationships/slide" Target="/ppt/slides/slide2.xml" Id="Re08984f879a644ea" /><Relationship Type="http://schemas.openxmlformats.org/officeDocument/2006/relationships/slide" Target="/ppt/slides/slide3.xml" Id="Rd507d9d922c04be7" /><Relationship Type="http://schemas.openxmlformats.org/officeDocument/2006/relationships/slide" Target="/ppt/slides/slide4.xml" Id="Re57655ffafa24e96" /><Relationship Type="http://schemas.openxmlformats.org/officeDocument/2006/relationships/slide" Target="/ppt/slides/slide5.xml" Id="Rc4f7a1cbe35f4227" /><Relationship Type="http://schemas.openxmlformats.org/officeDocument/2006/relationships/slide" Target="/ppt/slides/slide6.xml" Id="R567342e165294d7a" /><Relationship Type="http://schemas.openxmlformats.org/officeDocument/2006/relationships/slide" Target="/ppt/slides/slide7.xml" Id="R64e223db2e854cf2" /><Relationship Type="http://schemas.openxmlformats.org/officeDocument/2006/relationships/slide" Target="/ppt/slides/slide8.xml" Id="R1b16132d1d2a41ab" /><Relationship Type="http://schemas.openxmlformats.org/officeDocument/2006/relationships/slide" Target="/ppt/slides/slide9.xml" Id="Rc0a9d6028a184b76" /><Relationship Type="http://schemas.openxmlformats.org/officeDocument/2006/relationships/slide" Target="/ppt/slides/slide10.xml" Id="R714a929a0ea14765" /><Relationship Type="http://schemas.openxmlformats.org/officeDocument/2006/relationships/slide" Target="/ppt/slides/slide11.xml" Id="R32d2f65ee9be4456" /><Relationship Type="http://schemas.openxmlformats.org/officeDocument/2006/relationships/slide" Target="/ppt/slides/slide12.xml" Id="R8ab0ba7041c94588" /><Relationship Type="http://schemas.openxmlformats.org/officeDocument/2006/relationships/slide" Target="/ppt/slides/slide13.xml" Id="R02c087e721374b11" /><Relationship Type="http://schemas.openxmlformats.org/officeDocument/2006/relationships/slide" Target="/ppt/slides/slide14.xml" Id="R4f1dcb607d4448c1" /><Relationship Type="http://schemas.openxmlformats.org/officeDocument/2006/relationships/slide" Target="/ppt/slides/slide15.xml" Id="Rbc31cceb98bd4181" /><Relationship Type="http://schemas.openxmlformats.org/officeDocument/2006/relationships/slide" Target="/ppt/slides/slide16.xml" Id="R4949d1ee3d3e4d97" /><Relationship Type="http://schemas.openxmlformats.org/officeDocument/2006/relationships/slide" Target="/ppt/slides/slide17.xml" Id="R50cbbc2fee1b4a71" /><Relationship Type="http://schemas.openxmlformats.org/officeDocument/2006/relationships/slide" Target="/ppt/slides/slide18.xml" Id="Rf1adb4e4ea3a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4b5402f6c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91df1c08e4943" /><Relationship Type="http://schemas.openxmlformats.org/officeDocument/2006/relationships/notesMaster" Target="/ppt/notesMasters/notesMaster1.xml" Id="Rbc2ab531d483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de98dc734e462f" /><Relationship Type="http://schemas.openxmlformats.org/officeDocument/2006/relationships/notesMaster" Target="/ppt/notesMasters/notesMaster1.xml" Id="R094583d2846f44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c862fbed94e3b" /><Relationship Type="http://schemas.openxmlformats.org/officeDocument/2006/relationships/notesMaster" Target="/ppt/notesMasters/notesMaster1.xml" Id="R0a545cdc04054d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4c4982b0db4f93" /><Relationship Type="http://schemas.openxmlformats.org/officeDocument/2006/relationships/notesMaster" Target="/ppt/notesMasters/notesMaster1.xml" Id="R451f2233a4cd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4b29715a184e58" /><Relationship Type="http://schemas.openxmlformats.org/officeDocument/2006/relationships/notesMaster" Target="/ppt/notesMasters/notesMaster1.xml" Id="R37c79081a159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4c2191aae4869" /><Relationship Type="http://schemas.openxmlformats.org/officeDocument/2006/relationships/notesMaster" Target="/ppt/notesMasters/notesMaster1.xml" Id="Rfd3cd9eff4b54c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95329e3d284357" /><Relationship Type="http://schemas.openxmlformats.org/officeDocument/2006/relationships/notesMaster" Target="/ppt/notesMasters/notesMaster1.xml" Id="Rb0e5f519f4354a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7a1aac1ab4120" /><Relationship Type="http://schemas.openxmlformats.org/officeDocument/2006/relationships/notesMaster" Target="/ppt/notesMasters/notesMaster1.xml" Id="R91489b6d73474b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8bc538448342fe" /><Relationship Type="http://schemas.openxmlformats.org/officeDocument/2006/relationships/notesMaster" Target="/ppt/notesMasters/notesMaster1.xml" Id="Rb2ec736a9e1342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8ec82080c546b6" /><Relationship Type="http://schemas.openxmlformats.org/officeDocument/2006/relationships/notesMaster" Target="/ppt/notesMasters/notesMaster1.xml" Id="R1c3971922bcd4a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642dc949964b8e" /><Relationship Type="http://schemas.openxmlformats.org/officeDocument/2006/relationships/notesMaster" Target="/ppt/notesMasters/notesMaster1.xml" Id="R2ed825f77dd94f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a9eb5968e4950" /><Relationship Type="http://schemas.openxmlformats.org/officeDocument/2006/relationships/notesMaster" Target="/ppt/notesMasters/notesMaster1.xml" Id="R487da26c2bcd48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ff921d4f3c4dfc" /><Relationship Type="http://schemas.openxmlformats.org/officeDocument/2006/relationships/notesMaster" Target="/ppt/notesMasters/notesMaster1.xml" Id="Ra6f3c2c3eff749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caac341d8145ba" /><Relationship Type="http://schemas.openxmlformats.org/officeDocument/2006/relationships/notesMaster" Target="/ppt/notesMasters/notesMaster1.xml" Id="R25c477f6c7e74e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8f42a2216a4f96" /><Relationship Type="http://schemas.openxmlformats.org/officeDocument/2006/relationships/notesMaster" Target="/ppt/notesMasters/notesMaster1.xml" Id="Rac13ed899dd043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613f2766ca418f" /><Relationship Type="http://schemas.openxmlformats.org/officeDocument/2006/relationships/notesMaster" Target="/ppt/notesMasters/notesMaster1.xml" Id="R48b9af314dd049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4e771405944191" /><Relationship Type="http://schemas.openxmlformats.org/officeDocument/2006/relationships/notesMaster" Target="/ppt/notesMasters/notesMaster1.xml" Id="R41d2fee7834949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72d3f9bc86403f" /><Relationship Type="http://schemas.openxmlformats.org/officeDocument/2006/relationships/notesMaster" Target="/ppt/notesMasters/notesMaster1.xml" Id="Raa9f5c025b9342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2673cd415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719e4d00c4db7" /><Relationship Type="http://schemas.openxmlformats.org/officeDocument/2006/relationships/slideLayout" Target="/ppt/slideLayouts/slideLayout1.xml" Id="R17cebacd180141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ebacd180141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3f32281104709" /><Relationship Type="http://schemas.openxmlformats.org/officeDocument/2006/relationships/image" Target="/ppt/media/image.png" Id="Rf2f39b3daf2c43f7" /><Relationship Type="http://schemas.openxmlformats.org/officeDocument/2006/relationships/notesSlide" Target="/ppt/notesSlides/notesSlide1.xml" Id="R04130262cdba40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c0d18158d4fd2" /><Relationship Type="http://schemas.openxmlformats.org/officeDocument/2006/relationships/notesSlide" Target="/ppt/notesSlides/notesSlide2.xml" Id="R3eaf612c9af042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773234e24ae7" /><Relationship Type="http://schemas.openxmlformats.org/officeDocument/2006/relationships/notesSlide" Target="/ppt/notesSlides/notesSlide3.xml" Id="R1236c63269a5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6131ebe0243e4" /><Relationship Type="http://schemas.openxmlformats.org/officeDocument/2006/relationships/notesSlide" Target="/ppt/notesSlides/notesSlide4.xml" Id="Re7869189b7ce4b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a368d1c0b4763" /><Relationship Type="http://schemas.openxmlformats.org/officeDocument/2006/relationships/notesSlide" Target="/ppt/notesSlides/notesSlide5.xml" Id="R89dc9b672f4447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dc8f745b045cc" /><Relationship Type="http://schemas.openxmlformats.org/officeDocument/2006/relationships/image" Target="/ppt/media/image2.png" Id="R9d6122da7aaa407a" /><Relationship Type="http://schemas.openxmlformats.org/officeDocument/2006/relationships/notesSlide" Target="/ppt/notesSlides/notesSlide6.xml" Id="Rbebd42cc16ff48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af5307b9e4bb9" /><Relationship Type="http://schemas.openxmlformats.org/officeDocument/2006/relationships/notesSlide" Target="/ppt/notesSlides/notesSlide7.xml" Id="R778b25a7671742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71a96748546b7" /><Relationship Type="http://schemas.openxmlformats.org/officeDocument/2006/relationships/image" Target="/ppt/media/image3.png" Id="R742f47a744ab4638" /><Relationship Type="http://schemas.openxmlformats.org/officeDocument/2006/relationships/notesSlide" Target="/ppt/notesSlides/notesSlide8.xml" Id="Re272097e61904a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62e7b9ca40d7" /><Relationship Type="http://schemas.openxmlformats.org/officeDocument/2006/relationships/notesSlide" Target="/ppt/notesSlides/notesSlide9.xml" Id="Rce7a9bafba3645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4e34236a546c9" /><Relationship Type="http://schemas.openxmlformats.org/officeDocument/2006/relationships/notesSlide" Target="/ppt/notesSlides/notesSlide10.xml" Id="Rd3bbacf4b1be49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0f14abaaa4e30" /><Relationship Type="http://schemas.openxmlformats.org/officeDocument/2006/relationships/notesSlide" Target="/ppt/notesSlides/notesSlide11.xml" Id="Rbd2c0661719b42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0cbe0c4e041cb" /><Relationship Type="http://schemas.openxmlformats.org/officeDocument/2006/relationships/notesSlide" Target="/ppt/notesSlides/notesSlide12.xml" Id="R3fa4c5d0c82048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1bc528d154adf" /><Relationship Type="http://schemas.openxmlformats.org/officeDocument/2006/relationships/notesSlide" Target="/ppt/notesSlides/notesSlide13.xml" Id="R4eb3d33565c147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6816c4cd44716" /><Relationship Type="http://schemas.openxmlformats.org/officeDocument/2006/relationships/notesSlide" Target="/ppt/notesSlides/notesSlide14.xml" Id="R2f98b3f283024a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f5f1b4af447cf" /><Relationship Type="http://schemas.openxmlformats.org/officeDocument/2006/relationships/image" Target="/ppt/media/image4.png" Id="R42c660c5132a4aee" /><Relationship Type="http://schemas.openxmlformats.org/officeDocument/2006/relationships/notesSlide" Target="/ppt/notesSlides/notesSlide15.xml" Id="Rae3e7d327af347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08856c4544a5" /><Relationship Type="http://schemas.openxmlformats.org/officeDocument/2006/relationships/notesSlide" Target="/ppt/notesSlides/notesSlide16.xml" Id="R05d524387fd546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6352bf8c04fc3" /><Relationship Type="http://schemas.openxmlformats.org/officeDocument/2006/relationships/notesSlide" Target="/ppt/notesSlides/notesSlide17.xml" Id="R443159d5cb3744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79d1a2aee49ac" /><Relationship Type="http://schemas.openxmlformats.org/officeDocument/2006/relationships/image" Target="/ppt/media/image5.png" Id="R25298e8cbbee4fae" /><Relationship Type="http://schemas.openxmlformats.org/officeDocument/2006/relationships/notesSlide" Target="/ppt/notesSlides/notesSlide18.xml" Id="Re1cef8141345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95B7-03E7-4DDC-B732-E3FAFFC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B8C4"/>
                </a:solidFill>
              </a:defRPr>
            </a:pPr>
            <a:r>
              <a:rPr sz="1500" b="1">
                <a:solidFill>
                  <a:srgbClr val="12B8C4"/>
                </a:solidFill>
              </a:rPr>
              <a:t>AEA0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F23E6-2812-40B4-B7EF-D6FB9A4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1F12-AF58-4A11-82F1-979800EE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D65A"/>
                </a:solidFill>
              </a:defRPr>
            </a:pPr>
            <a:r>
              <a:rPr sz="2550" b="1">
                <a:solidFill>
                  <a:srgbClr val="FFD65A"/>
                </a:solidFill>
              </a:rPr>
              <a:t>Pensa abans d’actuar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15C84-CE6A-4704-AA7F-8D79C5F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382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39b3daf2c43f7"/>
          <a:stretch xmlns:a="http://schemas.openxmlformats.org/drawingml/2006/main"/>
        </p:blipFill>
        <p:spPr>
          <a:xfrm xmlns:a="http://schemas.openxmlformats.org/drawingml/2006/main">
            <a:off x="8763000" y="15716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21FD7-298D-49E2-B0C9-152FE9D5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OBSERVA · PLANIFICA · ORDENA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EXECUTA · DEPURA</a:t>
            </a:r>
          </a:p>
        </p:txBody>
      </p:sp>
    </p:spTree>
    <p:extLst>
      <p:ext uri="{BB962C8B-B14F-4D97-AF65-F5344CB8AC3E}">
        <p14:creationId xmlns:p14="http://schemas.microsoft.com/office/powerpoint/2010/main" val="1112653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20FEB-D267-4408-BAEC-7A27BA5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46077-E6EB-4431-B7A0-74019354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C598C-08F8-45F1-AF66-5369453A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La missió d’avui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17299-8B73-4202-8FA2-F09E705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25846-B619-4B47-8613-97C88CEB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233F"/>
                </a:solidFill>
              </a:defRPr>
            </a:pPr>
            <a:r>
              <a:rPr sz="3150" b="1">
                <a:solidFill>
                  <a:srgbClr val="10233F"/>
                </a:solidFill>
              </a:rPr>
              <a:t>Arriba, torna i crea un laberint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1A9FB-D239-4E57-BF30-B1FFBF7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5E"/>
                </a:solidFill>
              </a:defRPr>
            </a:pPr>
            <a:r>
              <a:rPr sz="2100" b="1">
                <a:solidFill>
                  <a:srgbClr val="FF6B5E"/>
                </a:solidFill>
              </a:rPr>
              <a:t>primer fes que funcioni; després, posa’l a prova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4EED0-C2C0-467A-9F0C-D78C939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0"/>
            <a:ext cx="88011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ED8CF-5D6C-48B5-9230-0B70A55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0233F"/>
                </a:solidFill>
              </a:defRPr>
            </a:pPr>
            <a:r>
              <a:rPr sz="2250" b="0">
                <a:solidFill>
                  <a:srgbClr val="10233F"/>
                </a:solidFill>
              </a:rPr>
              <a:t>Resol la Missió 01, completa el retorn</a:t>
            </a:r>
          </a:p>
          <a:p xmlns:a="http://schemas.openxmlformats.org/drawingml/2006/main">
            <a:pPr algn="ctr">
              <a:defRPr sz="2250" b="0">
                <a:solidFill>
                  <a:srgbClr val="10233F"/>
                </a:solidFill>
              </a:defRPr>
            </a:pPr>
            <a:r>
              <a:rPr sz="2250" b="0">
                <a:solidFill>
                  <a:srgbClr val="10233F"/>
                </a:solidFill>
              </a:rPr>
              <a:t>i dissenya un repte per a un altre equip.</a:t>
            </a:r>
          </a:p>
        </p:txBody>
      </p:sp>
    </p:spTree>
    <p:extLst>
      <p:ext uri="{BB962C8B-B14F-4D97-AF65-F5344CB8AC3E}">
        <p14:creationId xmlns:p14="http://schemas.microsoft.com/office/powerpoint/2010/main" val="169239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141C6-EFA6-4806-8EE7-6CE7E57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128DE-71C0-42DC-AFF5-5ECEE6F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634EC-31B2-4E5F-B176-7AB4D8E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Prepareu l’equip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4D1A3-65CC-4F7F-A822-53945D1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F634A-B7B1-42DD-880C-20B36D16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</a:defRPr>
            </a:pPr>
            <a:r>
              <a:rPr sz="1650" b="0">
                <a:solidFill>
                  <a:srgbClr val="607086"/>
                </a:solidFill>
              </a:rPr>
              <a:t>Grups de 4–6 persones · Cada veu és necessària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730C4-15BF-47D0-ACE6-9E48D503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B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47790-9353-4991-A53D-DEADDCC3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71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87634-EAAB-4F61-B0BE-780A140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GUIA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16499-1650-4791-8D88-270C6E6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086"/>
                </a:solidFill>
              </a:defRPr>
            </a:pPr>
            <a:r>
              <a:rPr sz="1800" b="0">
                <a:solidFill>
                  <a:srgbClr val="607086"/>
                </a:solidFill>
              </a:rPr>
              <a:t>Llegeix la missió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1A424-BF77-466E-AD63-0092239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D6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02D0F-DAB5-4D69-A9BE-BDA2A9F4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571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45E39-EA95-4208-99CA-E90F6044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PROGRAMADOR/A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28010-CADD-4DA0-9426-074B36DD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086"/>
                </a:solidFill>
              </a:defRPr>
            </a:pPr>
            <a:r>
              <a:rPr sz="1800" b="0">
                <a:solidFill>
                  <a:srgbClr val="607086"/>
                </a:solidFill>
              </a:rPr>
              <a:t>Ordena les ordres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F0518-FFE1-452F-BC84-82F7805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33CDA-3F52-4DB3-AA82-29CE673C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571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5684D-115A-491A-8454-4771596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ROBOT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1E935-9CE8-4240-A13B-604FC1A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086"/>
                </a:solidFill>
              </a:defRPr>
            </a:pPr>
            <a:r>
              <a:rPr sz="1800" b="0">
                <a:solidFill>
                  <a:srgbClr val="607086"/>
                </a:solidFill>
              </a:rPr>
              <a:t>Mou la fitxa NEO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FBCD9-6112-47A1-82C9-283D11A8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6BDDD-53D4-4706-96DF-65D76A25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571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C189F-4840-4592-902C-4F6E137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DEPURADOR/A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DBD21-1266-4472-870F-B5D48EC9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086"/>
                </a:solidFill>
              </a:defRPr>
            </a:pPr>
            <a:r>
              <a:rPr sz="1800" b="0">
                <a:solidFill>
                  <a:srgbClr val="607086"/>
                </a:solidFill>
              </a:rPr>
              <a:t>Busca i explica errors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657BF-AE6C-47E8-BEDB-159A24D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Canvieu de rol després del primer repte.</a:t>
            </a:r>
          </a:p>
        </p:txBody>
      </p:sp>
    </p:spTree>
    <p:extLst>
      <p:ext uri="{BB962C8B-B14F-4D97-AF65-F5344CB8AC3E}">
        <p14:creationId xmlns:p14="http://schemas.microsoft.com/office/powerpoint/2010/main" val="350832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6B49C-D182-4787-A264-955B3F7A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16952-76E1-4613-BA2C-DC75008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7BE19-D472-4CB1-8C62-B55B2D5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El nostre mètode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CA8FE-6FCC-47BF-9AFB-9A6A040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6F3E3-0A1F-4BCB-9E61-04F4A4A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AC034-047D-4B9D-9703-2F4B2CB5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6AF7D-A247-4424-9B0E-AE585C1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OBSERVA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23B67-E28E-43F1-86AF-B1A3BF5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2057A-BE2A-4671-B5ED-B99798C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24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53379-DC08-4686-93D9-43CFA0D3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PLANIFICA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D73C9-C096-48EB-8C4E-480E9FEA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8E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8829F-192E-4BED-B016-5D5620B5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24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7BE20-E1A4-4325-AC37-8FE0550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ORDENA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B5D48-6E86-4870-A21A-07C38A8B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A5D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17ADB-CE64-481A-A92E-01F63BE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A620E-2FC1-486D-B4C4-183351D3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EXECUTA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7B7D3-3B4C-4572-B1D5-EACDB11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19350"/>
            <a:ext cx="1866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FF577-1B2E-40A9-838F-4C72770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24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804B9-F08E-46F2-AF40-8DC7D125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289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DEPURA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292A5-5996-4798-8A7F-41D6DEC0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Depurar no és fracassar: és descobrir què cal canviar.</a:t>
            </a:r>
          </a:p>
        </p:txBody>
      </p:sp>
    </p:spTree>
    <p:extLst>
      <p:ext uri="{BB962C8B-B14F-4D97-AF65-F5344CB8AC3E}">
        <p14:creationId xmlns:p14="http://schemas.microsoft.com/office/powerpoint/2010/main" val="537790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E7896-34AA-4975-91D5-5D7E7B99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51175-621C-4108-BB97-FB2FA3A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1DD31-40A4-47B9-8D9E-FF86C229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Quatre ordres són suficients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60F25-C97B-4D9A-B1A1-0AA17AA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7E860-ADE2-4E05-A4A4-CD8AC008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</a:defRPr>
            </a:pPr>
            <a:r>
              <a:rPr sz="1650" b="0">
                <a:solidFill>
                  <a:srgbClr val="607086"/>
                </a:solidFill>
              </a:rPr>
              <a:t>La fletxa indica el moviment que farà NEO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590A5-EF97-4DB5-BF0C-CB153C66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2F179-CEF2-4D90-BD96-0B44A7CA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12B8C4"/>
                </a:solidFill>
              </a:defRPr>
            </a:pPr>
            <a:r>
              <a:rPr sz="5700" b="1">
                <a:solidFill>
                  <a:srgbClr val="12B8C4"/>
                </a:solidFill>
              </a:rPr>
              <a:t>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05DB7-9A36-4F22-B37F-02DF549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718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AVANÇA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D2068-069C-4DC6-BA67-B0FCD124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314F0-8886-498D-962D-1F3B90A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D65A"/>
                </a:solidFill>
              </a:defRPr>
            </a:pPr>
            <a:r>
              <a:rPr sz="5700" b="1">
                <a:solidFill>
                  <a:srgbClr val="FFD65A"/>
                </a:solidFill>
              </a:rPr>
              <a:t>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EEFC6-A51A-4E24-9856-7194B87B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718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GIRA A L’ESQUERRA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8A8D8-7CA0-4790-A5C6-AE798E8B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068D4-837F-4425-AE62-2430ED4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38375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B8E34A"/>
                </a:solidFill>
              </a:defRPr>
            </a:pPr>
            <a:r>
              <a:rPr sz="5700" b="1">
                <a:solidFill>
                  <a:srgbClr val="B8E34A"/>
                </a:solidFill>
              </a:rPr>
              <a:t>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8F931-37AC-4562-84E9-C9CFFE88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718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GIRA A LA DRETA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BB18D-A925-4E8A-ADCC-E1841EB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9E18F-6164-4032-9276-C878757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38375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6B5E"/>
                </a:solidFill>
              </a:defRPr>
            </a:pPr>
            <a:r>
              <a:rPr sz="5700" b="1">
                <a:solidFill>
                  <a:srgbClr val="FF6B5E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4CDE5-7809-4282-A26F-83AD2348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718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ATURA</a:t>
            </a:r>
          </a:p>
        </p:txBody>
      </p:sp>
    </p:spTree>
    <p:extLst>
      <p:ext uri="{BB962C8B-B14F-4D97-AF65-F5344CB8AC3E}">
        <p14:creationId xmlns:p14="http://schemas.microsoft.com/office/powerpoint/2010/main" val="353109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79432-C1EF-46F4-9C98-8A778ADB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34F9E-9FB2-42AF-BF84-77DEF5C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675FE-893D-433F-AB97-D9FABF87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Munta la Missió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A0921-D20D-4418-8289-AAD2E7C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53B51-726F-4E64-98D9-2DFCDA59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</a:defRPr>
            </a:pPr>
            <a:r>
              <a:rPr sz="1650" b="0">
                <a:solidFill>
                  <a:srgbClr val="607086"/>
                </a:solidFill>
              </a:rPr>
              <a:t>NEO: B5 mirant al nord · Bateria: F2 · 14 obstacles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2da7aaa407a"/>
          <a:stretch xmlns:a="http://schemas.openxmlformats.org/drawingml/2006/main"/>
        </p:blipFill>
        <p:spPr>
          <a:xfrm xmlns:a="http://schemas.openxmlformats.org/drawingml/2006/main">
            <a:off x="2729347" y="1485900"/>
            <a:ext cx="673330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4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E2A21-E3F9-49A1-B6D0-8761923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3D041-5D43-4CB6-8057-C67C35A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8BB40-A59B-4424-B49C-DB2E9D65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Demostració guiada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9487-4F08-4917-BADD-17E8AD0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ABC48-8D4F-4BE6-92D3-F05C8F4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Què passaria si executéssim això?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33EA5-2C6A-4647-87BF-0323331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9E4E7-A4E6-468B-9AD9-DEE50D49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04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233F"/>
                </a:solidFill>
              </a:defRPr>
            </a:pPr>
            <a:r>
              <a:rPr sz="4650" b="1">
                <a:solidFill>
                  <a:srgbClr val="10233F"/>
                </a:solidFill>
              </a:rPr>
              <a:t>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7BB4-49AB-4A7D-A38B-6B64FD4F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290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07086"/>
                </a:solidFill>
              </a:defRPr>
            </a:pPr>
            <a:r>
              <a:rPr sz="1500" b="1">
                <a:solidFill>
                  <a:srgbClr val="60708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DEADB-FA75-4C40-AD11-74F46870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F403E-FAEE-4347-96AE-DB9BEF43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104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233F"/>
                </a:solidFill>
              </a:defRPr>
            </a:pPr>
            <a:r>
              <a:rPr sz="4650" b="1">
                <a:solidFill>
                  <a:srgbClr val="10233F"/>
                </a:solidFill>
              </a:rPr>
              <a:t>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1FCEB-2933-468A-A7C1-10D176E8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290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07086"/>
                </a:solidFill>
              </a:defRPr>
            </a:pPr>
            <a:r>
              <a:rPr sz="1500" b="1">
                <a:solidFill>
                  <a:srgbClr val="607086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2A10A-9435-4DDE-9218-BAEC8B7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00DEE-B428-4955-BA70-721016F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104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233F"/>
                </a:solidFill>
              </a:defRPr>
            </a:pPr>
            <a:r>
              <a:rPr sz="4650" b="1">
                <a:solidFill>
                  <a:srgbClr val="10233F"/>
                </a:solidFill>
              </a:rPr>
              <a:t>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BBD96-18BE-41BA-940D-08EFCBFE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07086"/>
                </a:solidFill>
              </a:defRPr>
            </a:pPr>
            <a:r>
              <a:rPr sz="1500" b="1">
                <a:solidFill>
                  <a:srgbClr val="607086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30B74-A51F-4F4E-86A2-FDD328F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8E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65C02-D328-4E8D-808E-C802370B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104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233F"/>
                </a:solidFill>
              </a:defRPr>
            </a:pPr>
            <a:r>
              <a:rPr sz="4650" b="1">
                <a:solidFill>
                  <a:srgbClr val="10233F"/>
                </a:solidFill>
              </a:rPr>
              <a:t>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2053E-2A5C-4F15-AADF-0514C873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290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07086"/>
                </a:solidFill>
              </a:defRPr>
            </a:pPr>
            <a:r>
              <a:rPr sz="1500" b="1">
                <a:solidFill>
                  <a:srgbClr val="60708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FA450-0974-48DD-9B16-4157175A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5E"/>
                </a:solidFill>
              </a:defRPr>
            </a:pPr>
            <a:r>
              <a:rPr sz="2025" b="1">
                <a:solidFill>
                  <a:srgbClr val="FF6B5E"/>
                </a:solidFill>
              </a:rPr>
              <a:t>No toqueu encara el tauler. Feu la traça amb el dit.</a:t>
            </a:r>
          </a:p>
        </p:txBody>
      </p:sp>
    </p:spTree>
    <p:extLst>
      <p:ext uri="{BB962C8B-B14F-4D97-AF65-F5344CB8AC3E}">
        <p14:creationId xmlns:p14="http://schemas.microsoft.com/office/powerpoint/2010/main" val="525440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691FC-0F9E-4D0B-83F2-86B2F61D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6B57E-E8D9-4F8E-BC12-73FB4FF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AF85-5822-41C1-B27D-5709604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Fases 1 i 2 · Anada i tornada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F8A75-AF21-45EA-8174-3F6B3B97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f47a744ab4638"/>
          <a:stretch xmlns:a="http://schemas.openxmlformats.org/drawingml/2006/main"/>
        </p:blipFill>
        <p:spPr>
          <a:xfrm xmlns:a="http://schemas.openxmlformats.org/drawingml/2006/main">
            <a:off x="4049075" y="2000250"/>
            <a:ext cx="4093850" cy="2895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58DF6-333F-4C09-8BBB-023AB5C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6670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2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7E715-A976-4BDA-9FFC-B6DFF48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FASE 1 · 20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9D9CD-1FA6-4BC6-83A0-5BCD2279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209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F"/>
                </a:solidFill>
              </a:defRPr>
            </a:pPr>
            <a:r>
              <a:rPr sz="2025" b="1">
                <a:solidFill>
                  <a:srgbClr val="10233F"/>
                </a:solidFill>
              </a:rPr>
              <a:t>Arriba a F2.</a:t>
            </a:r>
          </a:p>
          <a:p xmlns:a="http://schemas.openxmlformats.org/drawingml/2006/main">
            <a:pPr algn="ctr">
              <a:defRPr sz="2025" b="1">
                <a:solidFill>
                  <a:srgbClr val="10233F"/>
                </a:solidFill>
              </a:defRPr>
            </a:pPr>
            <a:r>
              <a:rPr sz="2025" b="1">
                <a:solidFill>
                  <a:srgbClr val="10233F"/>
                </a:solidFill>
              </a:rPr>
              <a:t>Planifica i executa.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7E484-9695-4319-8CF1-6BAF7F97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6670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12A90-57C4-4B8D-84DB-0AC61FAD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FASE 2 · 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DF89-0A2B-4637-80A3-248617A0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2400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Sense reiniciar NEO,</a:t>
            </a:r>
          </a:p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torna a B5. Màxim 32.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6A4D8-4572-494F-92EB-EDD48E9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Cada AVANÇA = 1 casella = 1 targeta · els girs també compten</a:t>
            </a:r>
          </a:p>
        </p:txBody>
      </p:sp>
    </p:spTree>
    <p:extLst>
      <p:ext uri="{BB962C8B-B14F-4D97-AF65-F5344CB8AC3E}">
        <p14:creationId xmlns:p14="http://schemas.microsoft.com/office/powerpoint/2010/main" val="1845033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963FA-C34B-4B00-ADCA-BCE8DF4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A00A5-B615-484E-8014-8345EEAE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A8350-7386-4589-9D49-554AE223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Executem i comprovem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F5001-837F-470F-9ACE-22326C7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1D7A-E8DF-48E0-9ECF-C8271FF8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33F"/>
                </a:solidFill>
              </a:defRPr>
            </a:pPr>
            <a:r>
              <a:rPr sz="3300" b="1">
                <a:solidFill>
                  <a:srgbClr val="10233F"/>
                </a:solidFill>
              </a:rPr>
              <a:t>El robot només obeeix les ordres.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16CA4-7D58-4823-A5AA-F49D96A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5E"/>
                </a:solidFill>
              </a:defRPr>
            </a:pPr>
            <a:r>
              <a:rPr sz="2250" b="1">
                <a:solidFill>
                  <a:srgbClr val="FF6B5E"/>
                </a:solidFill>
              </a:rPr>
              <a:t>No interpreta què volíeu dir.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868D1-F73D-442D-B38C-16D139F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FAAD4-791F-4DCA-A4EF-54EA543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Llegeix → Mou → Marca → Continua</a:t>
            </a:r>
          </a:p>
        </p:txBody>
      </p:sp>
    </p:spTree>
    <p:extLst>
      <p:ext uri="{BB962C8B-B14F-4D97-AF65-F5344CB8AC3E}">
        <p14:creationId xmlns:p14="http://schemas.microsoft.com/office/powerpoint/2010/main" val="914906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C49BC-F949-41C0-A9C2-BFC95359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10105-7911-4345-A771-00F43E4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5993-BB5F-4FCB-B41C-8AABEA20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Si falla, depurem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2CF30-33E6-40BC-8266-D1F822A7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3D59C-6537-482D-BB97-C11C462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6B5E"/>
                </a:solidFill>
              </a:defRPr>
            </a:pPr>
            <a:r>
              <a:rPr sz="3750" b="1">
                <a:solidFill>
                  <a:srgbClr val="FF6B5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D5A0-16A6-4418-9F12-4E7067B4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66875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</a:defRPr>
            </a:pPr>
            <a:r>
              <a:rPr sz="2550" b="1">
                <a:solidFill>
                  <a:srgbClr val="10233F"/>
                </a:solidFill>
              </a:rPr>
              <a:t>Localitza la primera ordre incorrecta.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8F948-87F1-49E7-A887-DF06ACA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D65A"/>
                </a:solidFill>
              </a:defRPr>
            </a:pPr>
            <a:r>
              <a:rPr sz="3750" b="1">
                <a:solidFill>
                  <a:srgbClr val="FFD65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0B9A-3752-467B-A0DC-CC2EA105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</a:defRPr>
            </a:pPr>
            <a:r>
              <a:rPr sz="2550" b="1">
                <a:solidFill>
                  <a:srgbClr val="10233F"/>
                </a:solidFill>
              </a:rPr>
              <a:t>Explica què ha passat.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7BCC2-5892-4ACD-B754-A4C67512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8E34A"/>
                </a:solidFill>
              </a:defRPr>
            </a:pPr>
            <a:r>
              <a:rPr sz="3750" b="1">
                <a:solidFill>
                  <a:srgbClr val="B8E34A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E8CD8-8C1F-4F00-B7E7-6B2BA5BF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</a:defRPr>
            </a:pPr>
            <a:r>
              <a:rPr sz="2550" b="1">
                <a:solidFill>
                  <a:srgbClr val="10233F"/>
                </a:solidFill>
              </a:rPr>
              <a:t>Canvia només allò que calgui.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798C4-DF28-41E2-B980-00189810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Una bona correcció també és una solució.</a:t>
            </a:r>
          </a:p>
        </p:txBody>
      </p:sp>
    </p:spTree>
    <p:extLst>
      <p:ext uri="{BB962C8B-B14F-4D97-AF65-F5344CB8AC3E}">
        <p14:creationId xmlns:p14="http://schemas.microsoft.com/office/powerpoint/2010/main" val="1077893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016EE-6BBC-45E0-9785-FF0B9949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5CF02-183E-4676-BF63-F779AA6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2792A-638A-46BD-8F7F-1E33836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Fase 3 · Crea i intercanvia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12DFC-ED3C-45F1-AEE2-EC70D3E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5ACE8-450B-48AA-B28B-04F52471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</a:defRPr>
            </a:pPr>
            <a:r>
              <a:rPr sz="1650" b="0">
                <a:solidFill>
                  <a:srgbClr val="607086"/>
                </a:solidFill>
              </a:rPr>
              <a:t>25 minuts · Un sol intercanvi entre equips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DB812-D094-4587-B32A-03466E8F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571750" cy="2857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B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67C2C-828F-47FA-A1CE-5F10C45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B8C4"/>
                </a:solidFill>
              </a:defRPr>
            </a:pPr>
            <a:r>
              <a:rPr sz="2250" b="1">
                <a:solidFill>
                  <a:srgbClr val="12B8C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F58B-1BCA-4E31-B0F5-5C2DA7EA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CREA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AF6D0-BB25-4495-8EA8-B44BAEE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10–14 obstacles</a:t>
            </a:r>
          </a:p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+ 3 girs mínim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EE1AE-9938-4DC4-BD65-A189995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571750" cy="2857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E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0F3D3-89B2-4FFA-B791-2C6AE2F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E34A"/>
                </a:solidFill>
              </a:defRPr>
            </a:pPr>
            <a:r>
              <a:rPr sz="2250" b="1">
                <a:solidFill>
                  <a:srgbClr val="B8E34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6EDF2-DC58-4688-8D19-B2115AB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VALIDA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742D-EF40-45A4-A695-397D7DF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48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Escriu i prova</a:t>
            </a:r>
          </a:p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la solució secreta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CB137-2FFD-4371-8E28-DB77AF90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2571750" cy="2857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D6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F90BB-EB59-4829-B3F7-9CDF8B72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90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D65A"/>
                </a:solidFill>
              </a:defRPr>
            </a:pPr>
            <a:r>
              <a:rPr sz="2250" b="1">
                <a:solidFill>
                  <a:srgbClr val="FFD65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6581A-DB9F-46DB-9F96-D3B84AB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3837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INTERCANVIA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281BF-0598-4DB8-9AF2-A13E9A7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Resol sense</a:t>
            </a:r>
          </a:p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explicació oral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47AEF-4A73-49B9-A8CC-63C1942A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571750" cy="2857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76C4C-D5A6-440D-B6C1-561CCFC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5E"/>
                </a:solidFill>
              </a:defRPr>
            </a:pPr>
            <a:r>
              <a:rPr sz="2250" b="1">
                <a:solidFill>
                  <a:srgbClr val="FF6B5E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95291-D07B-47F3-BBB7-8A926BF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3837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CANVIA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D7247-E38A-4750-83CD-56037492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48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Mou 1 obstacle</a:t>
            </a:r>
          </a:p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i depura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6195E-9D36-487E-8911-D1324A2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3F"/>
                </a:solidFill>
              </a:defRPr>
            </a:pPr>
            <a:r>
              <a:rPr sz="1950" b="1">
                <a:solidFill>
                  <a:srgbClr val="10233F"/>
                </a:solidFill>
              </a:rPr>
              <a:t>Els creadors executen literalment la seqüència de l’altre equip.</a:t>
            </a:r>
          </a:p>
        </p:txBody>
      </p:sp>
    </p:spTree>
    <p:extLst>
      <p:ext uri="{BB962C8B-B14F-4D97-AF65-F5344CB8AC3E}">
        <p14:creationId xmlns:p14="http://schemas.microsoft.com/office/powerpoint/2010/main" val="2143638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F7A19-6DF1-4154-954D-A143B66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2AA10-40F0-41C3-AF18-E85FE60E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F3BE0-B314-447E-AD08-157D3F50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Compartim estratègies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1A1C7-86A1-4E1F-BFB2-4CF6F204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3D89A-8947-40AF-99FE-DEAB7FB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No busquem només una resposta.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2A261-3DE5-48BB-BF0F-EF6D577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B8C4"/>
                </a:solidFill>
              </a:defRPr>
            </a:pPr>
            <a:r>
              <a:rPr sz="2550" b="1">
                <a:solidFill>
                  <a:srgbClr val="12B8C4"/>
                </a:solidFill>
              </a:rPr>
              <a:t>Busquem decisions que puguem explicar i comprovar.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62977-31F0-4FF0-920B-7B9E701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048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291B1-9F1A-4172-A0CA-38EFB40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Quin carreró semblava correcte?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3EB38-E233-4B49-B9F6-1F83562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B8E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B13E4-1EA2-479F-9C22-81473C0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2628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Quina ordre ha fallat primer?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B0668-1FFB-45A9-B01E-5D130BD6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048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6B2A4-A4F0-440C-96B3-D384D4C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28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Què heu canviat i per què?</a:t>
            </a:r>
          </a:p>
        </p:txBody>
      </p:sp>
    </p:spTree>
    <p:extLst>
      <p:ext uri="{BB962C8B-B14F-4D97-AF65-F5344CB8AC3E}">
        <p14:creationId xmlns:p14="http://schemas.microsoft.com/office/powerpoint/2010/main" val="1012404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B8C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B4491-A5E9-4B17-8607-B605EA61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0233F"/>
                </a:solidFill>
              </a:defRPr>
            </a:pPr>
            <a:r>
              <a:rPr sz="5100" b="1">
                <a:solidFill>
                  <a:srgbClr val="10233F"/>
                </a:solidFill>
              </a:rPr>
              <a:t>PAUSA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78B44-6288-4F88-8756-BE197E0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0233F"/>
                </a:solidFill>
              </a:defRPr>
            </a:pPr>
            <a:r>
              <a:rPr sz="2250" b="0">
                <a:solidFill>
                  <a:srgbClr val="10233F"/>
                </a:solidFill>
              </a:rPr>
              <a:t>Deixeu el tauler i les targetes ordenats.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AFF71-6F9C-46DA-97AA-6F0635C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Quan tornem, investigarem màquines misterioses.</a:t>
            </a:r>
          </a:p>
        </p:txBody>
      </p:sp>
    </p:spTree>
    <p:extLst>
      <p:ext uri="{BB962C8B-B14F-4D97-AF65-F5344CB8AC3E}">
        <p14:creationId xmlns:p14="http://schemas.microsoft.com/office/powerpoint/2010/main" val="9759457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C5B27-C9D7-4BFF-B3C5-0A8AC04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1435F-3EED-4573-8B5F-98083132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98BEC-7703-460F-9714-8F55BE8A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Capsa negra · Descobreix la regla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3ADEA-E608-4930-B969-D5C9BE17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2D17-31F7-41DF-A575-A91BABC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07086"/>
                </a:solidFill>
              </a:defRPr>
            </a:pPr>
            <a:r>
              <a:rPr sz="2100" b="1">
                <a:solidFill>
                  <a:srgbClr val="607086"/>
                </a:solidFill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A20CD-A0E5-43D8-816B-5D0AEAFF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6B5E"/>
                </a:solidFill>
              </a:defRPr>
            </a:pPr>
            <a:r>
              <a:rPr sz="5250" b="1">
                <a:solidFill>
                  <a:srgbClr val="FF6B5E"/>
                </a:solidFill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4E6C6-C3CA-4F4E-BB79-16DA1D5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07086"/>
                </a:solidFill>
              </a:defRPr>
            </a:pPr>
            <a:r>
              <a:rPr sz="2100" b="1">
                <a:solidFill>
                  <a:srgbClr val="607086"/>
                </a:solidFill>
              </a:rPr>
              <a:t>SORTIDA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FE99E-F414-4E10-B43A-61961D8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0233F"/>
                </a:solidFill>
              </a:defRPr>
            </a:pPr>
            <a:r>
              <a:rPr sz="4350" b="1">
                <a:solidFill>
                  <a:srgbClr val="10233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5C5CD-3F36-4817-B781-D4DB45A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2B8C4"/>
                </a:solidFill>
              </a:defRPr>
            </a:pPr>
            <a:r>
              <a:rPr sz="4350" b="1">
                <a:solidFill>
                  <a:srgbClr val="12B8C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6F148-0598-423B-9A7A-0C56D8A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A159D-79B5-4A5C-B8A1-774C87A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MÀQUINA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EA96C-C33D-49E5-873F-673EE27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2B8C4"/>
                </a:solidFill>
              </a:defRPr>
            </a:pPr>
            <a:r>
              <a:rPr sz="4350" b="1">
                <a:solidFill>
                  <a:srgbClr val="12B8C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C83E1-4258-4F2D-9EEC-249BEB6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6B5E"/>
                </a:solidFill>
              </a:defRPr>
            </a:pPr>
            <a:r>
              <a:rPr sz="4350" b="1">
                <a:solidFill>
                  <a:srgbClr val="FF6B5E"/>
                </a:solidFill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8AB3C-0BB6-48BB-81C4-1435C738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Observeu exemples. Proposeu una regla. Comproveu-la.</a:t>
            </a:r>
          </a:p>
        </p:txBody>
      </p:sp>
    </p:spTree>
    <p:extLst>
      <p:ext uri="{BB962C8B-B14F-4D97-AF65-F5344CB8AC3E}">
        <p14:creationId xmlns:p14="http://schemas.microsoft.com/office/powerpoint/2010/main" val="84898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2E269-51F0-4230-8B7E-6FD7CD14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4F33F-04D2-4077-9D04-D8810CE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43AD7-BA20-4867-BC9C-BDA0B52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Incidència 110 · Què fem primer?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E1C46-2E3F-47D3-AEA9-2726BF9E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660c5132a4aee"/>
          <a:stretch xmlns:a="http://schemas.openxmlformats.org/drawingml/2006/main"/>
        </p:blipFill>
        <p:spPr>
          <a:xfrm xmlns:a="http://schemas.openxmlformats.org/drawingml/2006/main">
            <a:off x="3133345" y="1571625"/>
            <a:ext cx="592531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400BF-087C-4632-88BF-57FD8BC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Les targetes no donen pistes: llegiu, classifiqueu i justifiqueu.</a:t>
            </a:r>
          </a:p>
        </p:txBody>
      </p:sp>
    </p:spTree>
    <p:extLst>
      <p:ext uri="{BB962C8B-B14F-4D97-AF65-F5344CB8AC3E}">
        <p14:creationId xmlns:p14="http://schemas.microsoft.com/office/powerpoint/2010/main" val="9821486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1B4BE-940F-4652-B62E-B4D1A36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B7220-F78C-4D54-817C-9663DAA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744C4-4109-44B7-9003-154ECD5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Passaport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D560E-659B-44CA-AC1E-DC576DF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746C-7123-4FAA-81B3-9B521AD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</a:defRPr>
            </a:pPr>
            <a:r>
              <a:rPr sz="1650" b="0">
                <a:solidFill>
                  <a:srgbClr val="607086"/>
                </a:solidFill>
              </a:rPr>
              <a:t>Ara treballes tu sol/a. No hi ha respostes “boniques”: necessitem respostes sinceres.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0DA97-56FF-44E1-B2D1-4DB55F6A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B8C4"/>
                </a:solidFill>
              </a:defRPr>
            </a:pPr>
            <a:r>
              <a:rPr sz="2250" b="1">
                <a:solidFill>
                  <a:srgbClr val="12B8C4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E49C5-E88A-4D18-AC15-9811B7B2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240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</a:defRPr>
            </a:pPr>
            <a:r>
              <a:rPr sz="2250" b="1">
                <a:solidFill>
                  <a:srgbClr val="10233F"/>
                </a:solidFill>
              </a:rPr>
              <a:t>Ordena tres accions.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7C2C0-3B82-4AAB-B22F-479BA38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D65A"/>
                </a:solidFill>
              </a:defRPr>
            </a:pPr>
            <a:r>
              <a:rPr sz="2250" b="1">
                <a:solidFill>
                  <a:srgbClr val="FFD65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04D3A-3519-4507-AACD-62BA043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03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</a:defRPr>
            </a:pPr>
            <a:r>
              <a:rPr sz="2250" b="1">
                <a:solidFill>
                  <a:srgbClr val="10233F"/>
                </a:solidFill>
              </a:rPr>
              <a:t>Divideix un problema en parts.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F2ACD-E3E6-4629-861D-635AE96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E34A"/>
                </a:solidFill>
              </a:defRPr>
            </a:pPr>
            <a:r>
              <a:rPr sz="2250" b="1">
                <a:solidFill>
                  <a:srgbClr val="B8E34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3C5C6-53CC-4450-BF59-0978151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766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</a:defRPr>
            </a:pPr>
            <a:r>
              <a:rPr sz="2250" b="1">
                <a:solidFill>
                  <a:srgbClr val="10233F"/>
                </a:solidFill>
              </a:rPr>
              <a:t>Explica una decisió.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94739-E93B-40BC-B44F-6000D5A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5E"/>
                </a:solidFill>
              </a:defRPr>
            </a:pPr>
            <a:r>
              <a:rPr sz="2250" b="1">
                <a:solidFill>
                  <a:srgbClr val="FF6B5E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260A1-0077-49DE-BF5E-3E17EA6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529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</a:defRPr>
            </a:pPr>
            <a:r>
              <a:rPr sz="2250" b="1">
                <a:solidFill>
                  <a:srgbClr val="10233F"/>
                </a:solidFill>
              </a:rPr>
              <a:t>Descriu un error i una millora.</a:t>
            </a:r>
          </a:p>
        </p:txBody>
      </p:sp>
    </p:spTree>
    <p:extLst>
      <p:ext uri="{BB962C8B-B14F-4D97-AF65-F5344CB8AC3E}">
        <p14:creationId xmlns:p14="http://schemas.microsoft.com/office/powerpoint/2010/main" val="12757998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CE661-965C-4836-A15B-8D579DD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056CF-1ED2-4F6F-8C74-E83D1C45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8C4"/>
                </a:solidFill>
              </a:defRPr>
            </a:pPr>
            <a:r>
              <a:rPr sz="1350" b="1">
                <a:solidFill>
                  <a:srgbClr val="12B8C4"/>
                </a:solidFill>
              </a:rPr>
              <a:t>AEA0 · MISSIÓ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EEF55-5BE7-481B-9F23-D2AA396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Bitllet de sortida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10FBC-A30B-413B-A45C-35C71718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D65A"/>
                </a:solidFill>
              </a:defRPr>
            </a:pPr>
            <a:r>
              <a:rPr sz="1350" b="1">
                <a:solidFill>
                  <a:srgbClr val="FFD65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2FFA5-3F9D-4EED-A36D-83DCEF06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933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CD8F4-8704-4549-819C-67230D0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8C4"/>
                </a:solidFill>
              </a:defRPr>
            </a:pPr>
            <a:r>
              <a:rPr sz="2250" b="1">
                <a:solidFill>
                  <a:srgbClr val="12B8C4"/>
                </a:solidFill>
              </a:rPr>
              <a:t>Avui he descobert...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B282B-2AA1-4EDE-86D1-7F9E7B1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33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6520C-C064-47EF-8B72-4010B036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5E"/>
                </a:solidFill>
              </a:defRPr>
            </a:pPr>
            <a:r>
              <a:rPr sz="2250" b="1">
                <a:solidFill>
                  <a:srgbClr val="FF6B5E"/>
                </a:solidFill>
              </a:rPr>
              <a:t>M’ha costat...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1D92E-F8AF-4711-BF30-479C1EF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B0D21-A22C-4230-A30B-C3934585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720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E34A"/>
                </a:solidFill>
              </a:defRPr>
            </a:pPr>
            <a:r>
              <a:rPr sz="2250" b="1">
                <a:solidFill>
                  <a:srgbClr val="B8E34A"/>
                </a:solidFill>
              </a:rPr>
              <a:t>La propera vegada provaré...</a:t>
            </a:r>
          </a:p>
        </p:txBody>
      </p:sp>
    </p:spTree>
    <p:extLst>
      <p:ext uri="{BB962C8B-B14F-4D97-AF65-F5344CB8AC3E}">
        <p14:creationId xmlns:p14="http://schemas.microsoft.com/office/powerpoint/2010/main" val="20327585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C3149-FBE7-4C82-8145-B52FF346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MISSIÓ COMPLETADA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35377-12D0-4603-BC58-9FE912C5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65A"/>
                </a:solidFill>
              </a:defRPr>
            </a:pPr>
            <a:r>
              <a:rPr sz="2550" b="1">
                <a:solidFill>
                  <a:srgbClr val="FFD65A"/>
                </a:solidFill>
              </a:rPr>
              <a:t>Programar no és endevinar.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16A11-D048-4BBC-98BA-043ECD8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B8C4"/>
                </a:solidFill>
              </a:defRPr>
            </a:pPr>
            <a:r>
              <a:rPr sz="2550" b="1">
                <a:solidFill>
                  <a:srgbClr val="12B8C4"/>
                </a:solidFill>
              </a:rPr>
              <a:t>És pensar, provar, comprovar i millorar.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98e8cbbee4fae"/>
          <a:stretch xmlns:a="http://schemas.openxmlformats.org/drawingml/2006/main"/>
        </p:blipFill>
        <p:spPr>
          <a:xfrm xmlns:a="http://schemas.openxmlformats.org/drawingml/2006/main">
            <a:off x="5286375" y="44767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56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2026-09-09T07:20:56.4390000Z</dcterms:created>
  <dcterms:modified xsi:type="dcterms:W3CDTF">2026-09-09T07:20:56.4400000Z</dcterms:modified>
</coreProperties>
</file>