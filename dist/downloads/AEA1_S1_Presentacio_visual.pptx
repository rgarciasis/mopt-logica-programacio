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2d3ff2b4ff4c2f" /><Relationship Type="http://schemas.openxmlformats.org/officeDocument/2006/relationships/extended-properties" Target="/docProps/app.xml" Id="Ra5bcc7a0b0fe4e1c" /><Relationship Type="http://schemas.openxmlformats.org/officeDocument/2006/relationships/officeDocument" Target="/ppt/presentation.xml" Id="R58ae2ba96cf84a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bcde6503444e1"/>
  </p:sldMasterIdLst>
  <p:notesMasterIdLst>
    <p:notesMasterId xmlns:r="http://schemas.openxmlformats.org/officeDocument/2006/relationships" r:id="R343bbc5f84074b1c"/>
  </p:notesMasterIdLst>
  <p:sldIdLst>
    <p:sldId xmlns:r="http://schemas.openxmlformats.org/officeDocument/2006/relationships" id="256" r:id="Rd3aba5b73cb34fae"/>
    <p:sldId xmlns:r="http://schemas.openxmlformats.org/officeDocument/2006/relationships" id="257" r:id="R620f766d96ce4ae1"/>
    <p:sldId xmlns:r="http://schemas.openxmlformats.org/officeDocument/2006/relationships" id="258" r:id="R028e8872845c4d6b"/>
    <p:sldId xmlns:r="http://schemas.openxmlformats.org/officeDocument/2006/relationships" id="259" r:id="R6230f5e9f0264ccf"/>
    <p:sldId xmlns:r="http://schemas.openxmlformats.org/officeDocument/2006/relationships" id="260" r:id="R50d3328b46574a77"/>
    <p:sldId xmlns:r="http://schemas.openxmlformats.org/officeDocument/2006/relationships" id="261" r:id="Refe9e29567384523"/>
    <p:sldId xmlns:r="http://schemas.openxmlformats.org/officeDocument/2006/relationships" id="262" r:id="R419f4f866e634416"/>
    <p:sldId xmlns:r="http://schemas.openxmlformats.org/officeDocument/2006/relationships" id="263" r:id="R1e28a57d067943bc"/>
    <p:sldId xmlns:r="http://schemas.openxmlformats.org/officeDocument/2006/relationships" id="264" r:id="R21c44c20b01f4173"/>
    <p:sldId xmlns:r="http://schemas.openxmlformats.org/officeDocument/2006/relationships" id="265" r:id="R7a8956414af04d9f"/>
    <p:sldId xmlns:r="http://schemas.openxmlformats.org/officeDocument/2006/relationships" id="266" r:id="R6cf7013350c946e5"/>
    <p:sldId xmlns:r="http://schemas.openxmlformats.org/officeDocument/2006/relationships" id="267" r:id="R52e6fbb4c3294002"/>
    <p:sldId xmlns:r="http://schemas.openxmlformats.org/officeDocument/2006/relationships" id="268" r:id="R86c43a0cc698415b"/>
    <p:sldId xmlns:r="http://schemas.openxmlformats.org/officeDocument/2006/relationships" id="269" r:id="R0fc9695bb3424455"/>
    <p:sldId xmlns:r="http://schemas.openxmlformats.org/officeDocument/2006/relationships" id="270" r:id="R8c04028bdd6d4524"/>
    <p:sldId xmlns:r="http://schemas.openxmlformats.org/officeDocument/2006/relationships" id="271" r:id="Rac4529c117db48a2"/>
    <p:sldId xmlns:r="http://schemas.openxmlformats.org/officeDocument/2006/relationships" id="272" r:id="Rd6339ac94fca468f"/>
    <p:sldId xmlns:r="http://schemas.openxmlformats.org/officeDocument/2006/relationships" id="273" r:id="Rc8747fc56e57429f"/>
    <p:sldId xmlns:r="http://schemas.openxmlformats.org/officeDocument/2006/relationships" id="274" r:id="R64f8dcbc9510490b"/>
    <p:sldId xmlns:r="http://schemas.openxmlformats.org/officeDocument/2006/relationships" id="275" r:id="Ra4635e8cb3724264"/>
    <p:sldId xmlns:r="http://schemas.openxmlformats.org/officeDocument/2006/relationships" id="276" r:id="R9e23f456c66d4fe3"/>
    <p:sldId xmlns:r="http://schemas.openxmlformats.org/officeDocument/2006/relationships" id="277" r:id="R00e98acb0b0d405c"/>
    <p:sldId xmlns:r="http://schemas.openxmlformats.org/officeDocument/2006/relationships" id="278" r:id="Ra7d2f64ffc3f41ac"/>
    <p:sldId xmlns:r="http://schemas.openxmlformats.org/officeDocument/2006/relationships" id="279" r:id="R64fee0a5bad343ba"/>
    <p:sldId xmlns:r="http://schemas.openxmlformats.org/officeDocument/2006/relationships" id="280" r:id="R6cbb2cc815274969"/>
    <p:sldId xmlns:r="http://schemas.openxmlformats.org/officeDocument/2006/relationships" id="281" r:id="R3fa20fca0be04d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afefc20ef84cf9" /><Relationship Type="http://schemas.openxmlformats.org/officeDocument/2006/relationships/slideMaster" Target="/ppt/slideMasters/slideMaster1.xml" Id="R73dbcde6503444e1" /><Relationship Type="http://schemas.openxmlformats.org/officeDocument/2006/relationships/notesMaster" Target="/ppt/notesMasters/notesMaster1.xml" Id="R343bbc5f84074b1c" /><Relationship Type="http://schemas.openxmlformats.org/officeDocument/2006/relationships/presProps" Target="/ppt/presProps.xml" Id="Rc68df50c3bfc4aa2" /><Relationship Type="http://schemas.openxmlformats.org/officeDocument/2006/relationships/tableStyles" Target="/ppt/tableStyles.xml" Id="R7011379adb934a5f" /><Relationship Type="http://schemas.openxmlformats.org/officeDocument/2006/relationships/slide" Target="/ppt/slides/slide1.xml" Id="Rd3aba5b73cb34fae" /><Relationship Type="http://schemas.openxmlformats.org/officeDocument/2006/relationships/slide" Target="/ppt/slides/slide2.xml" Id="R620f766d96ce4ae1" /><Relationship Type="http://schemas.openxmlformats.org/officeDocument/2006/relationships/slide" Target="/ppt/slides/slide3.xml" Id="R028e8872845c4d6b" /><Relationship Type="http://schemas.openxmlformats.org/officeDocument/2006/relationships/slide" Target="/ppt/slides/slide4.xml" Id="R6230f5e9f0264ccf" /><Relationship Type="http://schemas.openxmlformats.org/officeDocument/2006/relationships/slide" Target="/ppt/slides/slide5.xml" Id="R50d3328b46574a77" /><Relationship Type="http://schemas.openxmlformats.org/officeDocument/2006/relationships/slide" Target="/ppt/slides/slide6.xml" Id="Refe9e29567384523" /><Relationship Type="http://schemas.openxmlformats.org/officeDocument/2006/relationships/slide" Target="/ppt/slides/slide7.xml" Id="R419f4f866e634416" /><Relationship Type="http://schemas.openxmlformats.org/officeDocument/2006/relationships/slide" Target="/ppt/slides/slide8.xml" Id="R1e28a57d067943bc" /><Relationship Type="http://schemas.openxmlformats.org/officeDocument/2006/relationships/slide" Target="/ppt/slides/slide9.xml" Id="R21c44c20b01f4173" /><Relationship Type="http://schemas.openxmlformats.org/officeDocument/2006/relationships/slide" Target="/ppt/slides/slide10.xml" Id="R7a8956414af04d9f" /><Relationship Type="http://schemas.openxmlformats.org/officeDocument/2006/relationships/slide" Target="/ppt/slides/slide11.xml" Id="R6cf7013350c946e5" /><Relationship Type="http://schemas.openxmlformats.org/officeDocument/2006/relationships/slide" Target="/ppt/slides/slide12.xml" Id="R52e6fbb4c3294002" /><Relationship Type="http://schemas.openxmlformats.org/officeDocument/2006/relationships/slide" Target="/ppt/slides/slide13.xml" Id="R86c43a0cc698415b" /><Relationship Type="http://schemas.openxmlformats.org/officeDocument/2006/relationships/slide" Target="/ppt/slides/slide14.xml" Id="R0fc9695bb3424455" /><Relationship Type="http://schemas.openxmlformats.org/officeDocument/2006/relationships/slide" Target="/ppt/slides/slide15.xml" Id="R8c04028bdd6d4524" /><Relationship Type="http://schemas.openxmlformats.org/officeDocument/2006/relationships/slide" Target="/ppt/slides/slide16.xml" Id="Rac4529c117db48a2" /><Relationship Type="http://schemas.openxmlformats.org/officeDocument/2006/relationships/slide" Target="/ppt/slides/slide17.xml" Id="Rd6339ac94fca468f" /><Relationship Type="http://schemas.openxmlformats.org/officeDocument/2006/relationships/slide" Target="/ppt/slides/slide18.xml" Id="Rc8747fc56e57429f" /><Relationship Type="http://schemas.openxmlformats.org/officeDocument/2006/relationships/slide" Target="/ppt/slides/slide19.xml" Id="R64f8dcbc9510490b" /><Relationship Type="http://schemas.openxmlformats.org/officeDocument/2006/relationships/slide" Target="/ppt/slides/slide20.xml" Id="Ra4635e8cb3724264" /><Relationship Type="http://schemas.openxmlformats.org/officeDocument/2006/relationships/slide" Target="/ppt/slides/slide21.xml" Id="R9e23f456c66d4fe3" /><Relationship Type="http://schemas.openxmlformats.org/officeDocument/2006/relationships/slide" Target="/ppt/slides/slide22.xml" Id="R00e98acb0b0d405c" /><Relationship Type="http://schemas.openxmlformats.org/officeDocument/2006/relationships/slide" Target="/ppt/slides/slide23.xml" Id="Ra7d2f64ffc3f41ac" /><Relationship Type="http://schemas.openxmlformats.org/officeDocument/2006/relationships/slide" Target="/ppt/slides/slide24.xml" Id="R64fee0a5bad343ba" /><Relationship Type="http://schemas.openxmlformats.org/officeDocument/2006/relationships/slide" Target="/ppt/slides/slide25.xml" Id="R6cbb2cc815274969" /><Relationship Type="http://schemas.openxmlformats.org/officeDocument/2006/relationships/slide" Target="/ppt/slides/slide26.xml" Id="R3fa20fca0be04d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45ca4612f4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d87e44ddd47a4" /><Relationship Type="http://schemas.openxmlformats.org/officeDocument/2006/relationships/notesMaster" Target="/ppt/notesMasters/notesMaster1.xml" Id="Reb79f8fb7abe4c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a719a562324f8b" /><Relationship Type="http://schemas.openxmlformats.org/officeDocument/2006/relationships/notesMaster" Target="/ppt/notesMasters/notesMaster1.xml" Id="R8e67420a2fe042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4094bbc3641a8" /><Relationship Type="http://schemas.openxmlformats.org/officeDocument/2006/relationships/notesMaster" Target="/ppt/notesMasters/notesMaster1.xml" Id="R556126b372cf45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248ee06a4463e" /><Relationship Type="http://schemas.openxmlformats.org/officeDocument/2006/relationships/notesMaster" Target="/ppt/notesMasters/notesMaster1.xml" Id="R73e00be2b4fb4f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68c670e29645ec" /><Relationship Type="http://schemas.openxmlformats.org/officeDocument/2006/relationships/notesMaster" Target="/ppt/notesMasters/notesMaster1.xml" Id="R30f6bccc26954f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6a73086d734ac5" /><Relationship Type="http://schemas.openxmlformats.org/officeDocument/2006/relationships/notesMaster" Target="/ppt/notesMasters/notesMaster1.xml" Id="R4ec047c5466349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918b49dadf4a3e" /><Relationship Type="http://schemas.openxmlformats.org/officeDocument/2006/relationships/notesMaster" Target="/ppt/notesMasters/notesMaster1.xml" Id="Rceb920e4c6a642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0d09787e6d4178" /><Relationship Type="http://schemas.openxmlformats.org/officeDocument/2006/relationships/notesMaster" Target="/ppt/notesMasters/notesMaster1.xml" Id="Ra17cb2b6298242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3d2a5f25e644ba" /><Relationship Type="http://schemas.openxmlformats.org/officeDocument/2006/relationships/notesMaster" Target="/ppt/notesMasters/notesMaster1.xml" Id="Rcd0a193cf5dd41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9d968908145dc" /><Relationship Type="http://schemas.openxmlformats.org/officeDocument/2006/relationships/notesMaster" Target="/ppt/notesMasters/notesMaster1.xml" Id="Rdf69feda16e648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c7a97b67eb4a84" /><Relationship Type="http://schemas.openxmlformats.org/officeDocument/2006/relationships/notesMaster" Target="/ppt/notesMasters/notesMaster1.xml" Id="R50e71f518dff48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743e3d649f489f" /><Relationship Type="http://schemas.openxmlformats.org/officeDocument/2006/relationships/notesMaster" Target="/ppt/notesMasters/notesMaster1.xml" Id="R064daa4116484a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305117f5414fdb" /><Relationship Type="http://schemas.openxmlformats.org/officeDocument/2006/relationships/notesMaster" Target="/ppt/notesMasters/notesMaster1.xml" Id="Rf73a7bba46b641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aac38b778c4208" /><Relationship Type="http://schemas.openxmlformats.org/officeDocument/2006/relationships/notesMaster" Target="/ppt/notesMasters/notesMaster1.xml" Id="R19e46df4dc594d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05bee6563f4491" /><Relationship Type="http://schemas.openxmlformats.org/officeDocument/2006/relationships/notesMaster" Target="/ppt/notesMasters/notesMaster1.xml" Id="R158ce47f6b0744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102b9567f64c2e" /><Relationship Type="http://schemas.openxmlformats.org/officeDocument/2006/relationships/notesMaster" Target="/ppt/notesMasters/notesMaster1.xml" Id="R71a1539c6dde42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e9332182814fec" /><Relationship Type="http://schemas.openxmlformats.org/officeDocument/2006/relationships/notesMaster" Target="/ppt/notesMasters/notesMaster1.xml" Id="R2d3795621b4348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af001e6b9045d2" /><Relationship Type="http://schemas.openxmlformats.org/officeDocument/2006/relationships/notesMaster" Target="/ppt/notesMasters/notesMaster1.xml" Id="R0d5c05e10ba240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fe62805d674088" /><Relationship Type="http://schemas.openxmlformats.org/officeDocument/2006/relationships/notesMaster" Target="/ppt/notesMasters/notesMaster1.xml" Id="R5fb8145d62754a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253c2d5f924609" /><Relationship Type="http://schemas.openxmlformats.org/officeDocument/2006/relationships/notesMaster" Target="/ppt/notesMasters/notesMaster1.xml" Id="R33fcc2b93dd24a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776e6cec6a400f" /><Relationship Type="http://schemas.openxmlformats.org/officeDocument/2006/relationships/notesMaster" Target="/ppt/notesMasters/notesMaster1.xml" Id="Rd7b4477e2bf549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e9996de93f4bb0" /><Relationship Type="http://schemas.openxmlformats.org/officeDocument/2006/relationships/notesMaster" Target="/ppt/notesMasters/notesMaster1.xml" Id="Rc8ee3ec4228346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d628dfea154583" /><Relationship Type="http://schemas.openxmlformats.org/officeDocument/2006/relationships/notesMaster" Target="/ppt/notesMasters/notesMaster1.xml" Id="R3d2ac7f50b714b9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dad06d700842a9" /><Relationship Type="http://schemas.openxmlformats.org/officeDocument/2006/relationships/notesMaster" Target="/ppt/notesMasters/notesMaster1.xml" Id="Rc830244ce44a47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998785bbbf478c" /><Relationship Type="http://schemas.openxmlformats.org/officeDocument/2006/relationships/notesMaster" Target="/ppt/notesMasters/notesMaster1.xml" Id="R751338d2c3244e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bb3572e06648d1" /><Relationship Type="http://schemas.openxmlformats.org/officeDocument/2006/relationships/notesMaster" Target="/ppt/notesMasters/notesMaster1.xml" Id="Rfa8a46fe2de24b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dd9aa77844c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a1fc17c3942b0" /><Relationship Type="http://schemas.openxmlformats.org/officeDocument/2006/relationships/slideLayout" Target="/ppt/slideLayouts/slideLayout1.xml" Id="Re2b3f320a51a49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3f320a51a49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470358ed44fad" /><Relationship Type="http://schemas.openxmlformats.org/officeDocument/2006/relationships/notesSlide" Target="/ppt/notesSlides/notesSlide1.xml" Id="R19ca38976f8d4a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d3299ea774a0c" /><Relationship Type="http://schemas.openxmlformats.org/officeDocument/2006/relationships/notesSlide" Target="/ppt/notesSlides/notesSlide2.xml" Id="R904b43df76b742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cccc63dcb4129" /><Relationship Type="http://schemas.openxmlformats.org/officeDocument/2006/relationships/notesSlide" Target="/ppt/notesSlides/notesSlide3.xml" Id="R33555189716846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179bf4d724a34" /><Relationship Type="http://schemas.openxmlformats.org/officeDocument/2006/relationships/notesSlide" Target="/ppt/notesSlides/notesSlide4.xml" Id="R7e791769d24a43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58ab8c4a24ee2" /><Relationship Type="http://schemas.openxmlformats.org/officeDocument/2006/relationships/notesSlide" Target="/ppt/notesSlides/notesSlide5.xml" Id="R90868b83fdba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6ceee4c7e4bf0" /><Relationship Type="http://schemas.openxmlformats.org/officeDocument/2006/relationships/notesSlide" Target="/ppt/notesSlides/notesSlide6.xml" Id="R427501db8bd64f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6d1f3f7844658" /><Relationship Type="http://schemas.openxmlformats.org/officeDocument/2006/relationships/notesSlide" Target="/ppt/notesSlides/notesSlide7.xml" Id="R63c4748f2c1c47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5d59454d649e8" /><Relationship Type="http://schemas.openxmlformats.org/officeDocument/2006/relationships/notesSlide" Target="/ppt/notesSlides/notesSlide8.xml" Id="Ref469b1f023f4e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a328c73934181" /><Relationship Type="http://schemas.openxmlformats.org/officeDocument/2006/relationships/notesSlide" Target="/ppt/notesSlides/notesSlide9.xml" Id="Ra0e2e3fd069648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2cff7cbd84436" /><Relationship Type="http://schemas.openxmlformats.org/officeDocument/2006/relationships/notesSlide" Target="/ppt/notesSlides/notesSlide10.xml" Id="R42f641a5155e46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c8248787d4ed9" /><Relationship Type="http://schemas.openxmlformats.org/officeDocument/2006/relationships/notesSlide" Target="/ppt/notesSlides/notesSlide11.xml" Id="R3ff9873ecd1a43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119f1f6cc4ba6" /><Relationship Type="http://schemas.openxmlformats.org/officeDocument/2006/relationships/notesSlide" Target="/ppt/notesSlides/notesSlide12.xml" Id="R30537c2aea7d42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a056f95724fc8" /><Relationship Type="http://schemas.openxmlformats.org/officeDocument/2006/relationships/notesSlide" Target="/ppt/notesSlides/notesSlide13.xml" Id="Rdb34f33f7b0648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eca11fce2410e" /><Relationship Type="http://schemas.openxmlformats.org/officeDocument/2006/relationships/notesSlide" Target="/ppt/notesSlides/notesSlide14.xml" Id="R94627f135d0948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067f0b0054d0d" /><Relationship Type="http://schemas.openxmlformats.org/officeDocument/2006/relationships/notesSlide" Target="/ppt/notesSlides/notesSlide15.xml" Id="Re4110bf869e944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55a58e6bf483d" /><Relationship Type="http://schemas.openxmlformats.org/officeDocument/2006/relationships/notesSlide" Target="/ppt/notesSlides/notesSlide16.xml" Id="R4921143f27c743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a6b1c29ad42f5" /><Relationship Type="http://schemas.openxmlformats.org/officeDocument/2006/relationships/notesSlide" Target="/ppt/notesSlides/notesSlide17.xml" Id="R7218dd5a926946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e886dc6454e21" /><Relationship Type="http://schemas.openxmlformats.org/officeDocument/2006/relationships/notesSlide" Target="/ppt/notesSlides/notesSlide18.xml" Id="R00b1735cc48144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96759248d4dfd" /><Relationship Type="http://schemas.openxmlformats.org/officeDocument/2006/relationships/notesSlide" Target="/ppt/notesSlides/notesSlide19.xml" Id="R4384a0e3c1e648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44ba0a88b4690" /><Relationship Type="http://schemas.openxmlformats.org/officeDocument/2006/relationships/notesSlide" Target="/ppt/notesSlides/notesSlide20.xml" Id="R21b87d03da2841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39ea5ae9a4a50" /><Relationship Type="http://schemas.openxmlformats.org/officeDocument/2006/relationships/notesSlide" Target="/ppt/notesSlides/notesSlide21.xml" Id="R80e9b98ff2e940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c54dc98434776" /><Relationship Type="http://schemas.openxmlformats.org/officeDocument/2006/relationships/notesSlide" Target="/ppt/notesSlides/notesSlide22.xml" Id="R7beb97794e3242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f0de04d6d4908" /><Relationship Type="http://schemas.openxmlformats.org/officeDocument/2006/relationships/notesSlide" Target="/ppt/notesSlides/notesSlide23.xml" Id="R788cfe68aef948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f1ab0f3144e52" /><Relationship Type="http://schemas.openxmlformats.org/officeDocument/2006/relationships/notesSlide" Target="/ppt/notesSlides/notesSlide24.xml" Id="Rf5c2a5de52ad43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2f0001a7a4144" /><Relationship Type="http://schemas.openxmlformats.org/officeDocument/2006/relationships/notesSlide" Target="/ppt/notesSlides/notesSlide25.xml" Id="R12a8745368e049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0fd2d3f114f49" /><Relationship Type="http://schemas.openxmlformats.org/officeDocument/2006/relationships/notesSlide" Target="/ppt/notesSlides/notesSlide26.xml" Id="Rf65951e1a19c42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967A9-57D1-4C0F-8217-C8C11B58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7B5"/>
                </a:solidFill>
              </a:defRPr>
            </a:pPr>
            <a:r>
              <a:rPr sz="1500" b="1">
                <a:solidFill>
                  <a:srgbClr val="00A7B5"/>
                </a:solidFill>
              </a:rPr>
              <a:t>AEA1 · SESSIÓ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9AFE8-6940-4B43-82CA-E088C077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DESMUNTEM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14776-A57E-431E-B377-CDE2DDD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B134"/>
                </a:solidFill>
              </a:defRPr>
            </a:pPr>
            <a:r>
              <a:rPr sz="2400" b="1">
                <a:solidFill>
                  <a:srgbClr val="F2B134"/>
                </a:solidFill>
              </a:rPr>
              <a:t>Pensar abans d’actuar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65A5E-5BB4-4267-8984-787B51EE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3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EE6C4D"/>
                </a:solidFill>
              </a:defRPr>
            </a:pPr>
            <a:r>
              <a:rPr sz="8400" b="1">
                <a:solidFill>
                  <a:srgbClr val="EE6C4D"/>
                </a:solidFill>
              </a:rPr>
              <a:t>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E0BB4-A4CE-4469-8E4C-B18F1405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38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 h · RA1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0215B-B3C9-4F9C-88E1-794F067E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MIRA · SEPARA · TRIA · PROVA</a:t>
            </a:r>
          </a:p>
        </p:txBody>
      </p:sp>
    </p:spTree>
    <p:extLst>
      <p:ext uri="{BB962C8B-B14F-4D97-AF65-F5344CB8AC3E}">
        <p14:creationId xmlns:p14="http://schemas.microsoft.com/office/powerpoint/2010/main" val="1770192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F11A-EC9A-4987-8146-352C220F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2DB39-578A-4445-B739-50263034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C2C1-407D-4F88-BF36-2B3ADF2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 missió d’avui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3E4F6-0971-4B63-AF10-360064E7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7CF9C-AF64-4105-B912-62D4387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ENTENDRE ABANS DE TOCAR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13094-A6EF-4676-8BC8-7BCBDE80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7B5"/>
                </a:solidFill>
              </a:defRPr>
            </a:pPr>
            <a:r>
              <a:rPr sz="2025" b="1">
                <a:solidFill>
                  <a:srgbClr val="00A7B5"/>
                </a:solidFill>
              </a:rPr>
              <a:t>Una solució és millor quan la pots explicar, provar i millorar.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C0F46-AC25-4D6F-AF51-A9B9EE5B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7715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E6C4D"/>
                </a:solidFill>
              </a:defRPr>
            </a:pPr>
            <a:r>
              <a:rPr sz="2025" b="1">
                <a:solidFill>
                  <a:srgbClr val="EE6C4D"/>
                </a:solidFill>
              </a:rPr>
              <a:t>No guanya qui respon primer.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C41BC-745F-4325-8305-D6CCC359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Objectiu de la sessió</a:t>
            </a:r>
          </a:p>
        </p:txBody>
      </p:sp>
    </p:spTree>
    <p:extLst>
      <p:ext uri="{BB962C8B-B14F-4D97-AF65-F5344CB8AC3E}">
        <p14:creationId xmlns:p14="http://schemas.microsoft.com/office/powerpoint/2010/main" val="1845936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73159-F4A0-4A4C-94EC-D9E1097D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962DB-79D8-4365-A2CF-B1A9970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4E898-57E4-4783-86A1-B05214F3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Cinc normes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BE9B8-29E6-4B59-99C9-70509EE5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A08EB-BCFF-472C-8FB2-F315E9F1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6986C-4F82-4A3B-AF81-1988C26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Prediu abans de manipular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5B316-D7DA-4AFE-A5D5-AFD7466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11E93-50AC-4337-B187-BBBF580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098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Mostra els passos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AD035-22DA-4AA1-83BE-51E63AB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EB797-7733-473D-966A-6425E1C9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Respecta el 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A46F6-003A-42C7-901C-86E95CA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EA2F5-1B3D-4856-AFE8-CCF2FC7C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719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Registra els canvis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3A602-1484-426E-A1C0-3AD889B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DF6A8-A6DA-48FC-ACEB-5793803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529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Sense IA en aquesta sessió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C2807-9D7F-4358-868C-F63A51E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8096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E6C4D"/>
                </a:solidFill>
              </a:defRPr>
            </a:pPr>
            <a:r>
              <a:rPr sz="1725" b="1">
                <a:solidFill>
                  <a:srgbClr val="EE6C4D"/>
                </a:solidFill>
              </a:rPr>
              <a:t>ESPERAVA  →  HA PASSAT  →  CANVIO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8CACC-413E-4DDC-B32C-C87FE93C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3</a:t>
            </a:r>
          </a:p>
        </p:txBody>
      </p:sp>
    </p:spTree>
    <p:extLst>
      <p:ext uri="{BB962C8B-B14F-4D97-AF65-F5344CB8AC3E}">
        <p14:creationId xmlns:p14="http://schemas.microsoft.com/office/powerpoint/2010/main" val="288579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7D041-3757-4C40-8530-56FDB841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1F9DB-7782-45D1-808C-9FDFF487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45DAD-C64C-4038-928A-6B76A4A7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El nostre mètode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651C4-DC9E-4509-BC71-D4576DBA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9A0E5-8B15-4027-9D62-2BF80AD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Cinc accions que s’han de poder veure i explicar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B99E8-1595-4AE8-B279-BE303035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952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1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MIRA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E4483-C7C2-422B-ACD8-52FF55D1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952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2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SEPARA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3FB22-7D8D-432D-A5B9-BC099C61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952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3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PATRONS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E4EE1-EBCA-40BE-B0A5-2D4EF5E7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952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B4D8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4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SOROLL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A78D2-3F6C-4F9D-88D0-7FC7195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952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5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ORDENA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5680D-D04F-4C62-8C2E-3FD9BA7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Fer visible el procés també és resoldre.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0F3C2-E383-46DC-9371-778DA5CE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3</a:t>
            </a:r>
          </a:p>
        </p:txBody>
      </p:sp>
    </p:spTree>
    <p:extLst>
      <p:ext uri="{BB962C8B-B14F-4D97-AF65-F5344CB8AC3E}">
        <p14:creationId xmlns:p14="http://schemas.microsoft.com/office/powerpoint/2010/main" val="1049884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88FF-785A-4E64-ADE4-2E292D73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BA39B-3FC5-4035-BCFB-5CDBA24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0280C-FF14-4610-B3E1-A58BF97F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Mapa de decisió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46956-2546-4D65-B2B8-0F351303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4382A-42B8-48AC-80DC-A3B6B830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PROBLEMA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Què passa?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79B3A-4815-4E9D-B088-E9F8AEE6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955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PARTS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Què separo?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76E32-1EDA-4860-9927-E92F21C2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955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DADES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Què necessito?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5E7E2-001F-416E-80EC-370692C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955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OPCIONS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Què puc fer?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BF255-B014-40E8-A299-0CF3D991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95500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PROVA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Com ho comprovo?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EAAAE-262D-42BC-A411-A1EC53C4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E6C4D"/>
                </a:solidFill>
              </a:defRPr>
            </a:pPr>
            <a:r>
              <a:rPr sz="2175" b="1">
                <a:solidFill>
                  <a:srgbClr val="EE6C4D"/>
                </a:solidFill>
              </a:rPr>
              <a:t>No cal saber-ho tot per començar a pensar bé.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B061C-F64E-4D8F-A954-E7F547AD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3</a:t>
            </a:r>
          </a:p>
        </p:txBody>
      </p:sp>
    </p:spTree>
    <p:extLst>
      <p:ext uri="{BB962C8B-B14F-4D97-AF65-F5344CB8AC3E}">
        <p14:creationId xmlns:p14="http://schemas.microsoft.com/office/powerpoint/2010/main" val="2059793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EA0AC-BAA9-49F4-8259-E73837D1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C7F81-8591-4112-9EC8-D5275F7D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C5A18-47B0-4329-9C1A-66786E7F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Repte llampec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0D93B-809C-4204-8C1F-C994162A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7AC45-7A95-4393-904D-54104271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Encara no busquem la causa correcta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A687A-F861-49ED-8EBA-02DC6A26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Sis ordinadors no poden obrir cap web.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3DB3E-CA58-438E-8F53-5A877EC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942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ALUMNA · “Internet no funciona.”</a:t>
            </a:r>
          </a:p>
          <a:p xmlns:a="http://schemas.openxmlformats.org/drawingml/2006/main">
            <a:pPr algn="ctr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PROFESSOR · “Fallen equips de la mateixa zona.”</a:t>
            </a:r>
          </a:p>
          <a:p xmlns:a="http://schemas.openxmlformats.org/drawingml/2006/main">
            <a:pPr algn="ctr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TÈCNICA · “Què comparteixen aquests equips?”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7BFEF-4557-4FF0-B11A-FCE715F7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A7B5"/>
                </a:solidFill>
              </a:defRPr>
            </a:pPr>
            <a:r>
              <a:rPr sz="2175" b="1">
                <a:solidFill>
                  <a:srgbClr val="00A7B5"/>
                </a:solidFill>
              </a:rPr>
              <a:t>Què és un fet? Què és una interpretació?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78AF0-780E-4C6C-87F2-E0F51F72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4</a:t>
            </a:r>
          </a:p>
        </p:txBody>
      </p:sp>
    </p:spTree>
    <p:extLst>
      <p:ext uri="{BB962C8B-B14F-4D97-AF65-F5344CB8AC3E}">
        <p14:creationId xmlns:p14="http://schemas.microsoft.com/office/powerpoint/2010/main" val="1877919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A9382-771A-4F0B-8921-ABBCA0E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2B718-9295-4682-9B3D-96FF8ADB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436A9-7CC9-49BD-9595-E539B007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Treball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3B3D5-AEDF-443E-BAF7-AD0D739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3DC1C-AB3F-453D-A524-318F74EE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Tres minuts en silenci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EE017-4DA0-4A56-91BC-54815799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71625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A1C8F-B8B9-4536-98A3-262E1098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716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Escriu dues explicacions possibles.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36EFF-2E00-4C4F-96CF-288301D6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5C154-9C45-48CA-9787-FC296F4A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241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Anota una dada que falta.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0A2C4-0D71-4D11-9AE8-43AFFCB0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85BFC-4F5D-4489-BE11-315FF581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766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Explica què veu com a problema cada persona.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42DAA-8E90-4DFC-91F3-2CE594B2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7715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 ESBORRIS CAP HIPÒTESI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09210-8875-41A0-BD0D-85930D04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03:00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EED7A-738D-4DEC-A22E-3F03E742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4</a:t>
            </a:r>
          </a:p>
        </p:txBody>
      </p:sp>
    </p:spTree>
    <p:extLst>
      <p:ext uri="{BB962C8B-B14F-4D97-AF65-F5344CB8AC3E}">
        <p14:creationId xmlns:p14="http://schemas.microsoft.com/office/powerpoint/2010/main" val="2047520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64DF4-C520-4CBE-9997-0694136F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ED6E5-B880-4356-B7C2-420AFAB3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8A96-D295-45DB-879D-258C8791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Compareu sense votar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8EA5C-0C03-4725-AAA4-C10088CE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3327C-0FE6-4254-ADCF-E9E18FD0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Cada persona llegeix una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78ECB-BEE1-4CC9-B4EF-2DEEA2CE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7B5"/>
                </a:solidFill>
              </a:defRPr>
            </a:pPr>
            <a:r>
              <a:rPr sz="2250" b="1">
                <a:solidFill>
                  <a:srgbClr val="00A7B5"/>
                </a:solidFill>
              </a:rPr>
              <a:t>Conserveu almenys dues explicacions diferents.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AEB01-922A-4685-A2FB-4560F88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3810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QUÈ SABEM?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4383A-7D94-4B2F-842E-8DFD7016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3810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QUÈ ENS FALTA?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BB14-9A34-4B89-8220-4FD1388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07:00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181D8-A624-401E-9350-D920AD83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4</a:t>
            </a:r>
          </a:p>
        </p:txBody>
      </p:sp>
    </p:spTree>
    <p:extLst>
      <p:ext uri="{BB962C8B-B14F-4D97-AF65-F5344CB8AC3E}">
        <p14:creationId xmlns:p14="http://schemas.microsoft.com/office/powerpoint/2010/main" val="4296205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ED09E-8063-4B63-8B5A-647A52E6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F313E-854D-4A28-911C-2FFA01EE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D29AE-585A-4140-9138-B3C5882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Exemple · La impressora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FA2AB-E56B-45FF-97BC-4624EDEE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73D5C-9BC2-429C-9766-AD22803A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286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1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65438-9F22-4112-8F7B-1AE3F382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47875"/>
            <a:ext cx="2286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CUA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0ED5F-148E-4B3A-823B-8F81C14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2286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3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CONNEXIÓ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13E75-F10B-4C58-B836-CEF10E66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47875"/>
            <a:ext cx="2286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4</a:t>
            </a:r>
          </a:p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IMPRESSORA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685D0-E63F-4ED9-8787-AECAEBBD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4812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</a:defRPr>
            </a:pPr>
            <a:r>
              <a:rPr sz="2325" b="1">
                <a:solidFill>
                  <a:srgbClr val="17324D"/>
                </a:solidFill>
              </a:rPr>
              <a:t>Primera prova: ràpida · reversible · poc risc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76F74-F20E-4ABF-9983-050ABB02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05375"/>
            <a:ext cx="8096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E6C4D"/>
                </a:solidFill>
              </a:defRPr>
            </a:pPr>
            <a:r>
              <a:rPr sz="1800" b="1">
                <a:solidFill>
                  <a:srgbClr val="EE6C4D"/>
                </a:solidFill>
              </a:rPr>
              <a:t>Reiniciar-ho tot no és una comprovació.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8439D-30CE-453B-B9DA-41EBE320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Exemple modelat pel docent</a:t>
            </a:r>
          </a:p>
        </p:txBody>
      </p:sp>
    </p:spTree>
    <p:extLst>
      <p:ext uri="{BB962C8B-B14F-4D97-AF65-F5344CB8AC3E}">
        <p14:creationId xmlns:p14="http://schemas.microsoft.com/office/powerpoint/2010/main" val="1530005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61FCD-2904-451F-B361-DE25B37A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12E1E-6883-4812-991D-2C24DF2C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A5F65-66B0-43AB-8E55-B0EC7ACF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Rols de l’equip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05A48-092E-405B-A16D-8A7DD7F5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533AD-01C0-42F2-9F0D-ED24DA53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Tothom pensa i tothom deixa una evidència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F52F9-A654-4574-BAA3-8731F5C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95500" cy="2333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7B5"/>
                </a:solidFill>
              </a:defRPr>
            </a:pPr>
            <a:r>
              <a:rPr sz="1650" b="1">
                <a:solidFill>
                  <a:srgbClr val="00A7B5"/>
                </a:solidFill>
              </a:rPr>
              <a:t>ANALISTA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0A7B5"/>
                </a:solidFill>
              </a:defRPr>
            </a:pPr>
            <a:r>
              <a:rPr sz="1650" b="1">
                <a:solidFill>
                  <a:srgbClr val="00A7B5"/>
                </a:solidFill>
              </a:rPr>
              <a:t>Què sabem?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273F2-BB08-4FA1-A50A-BA26ED30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952625"/>
            <a:ext cx="2095500" cy="2333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ORGANITZA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Què va abans?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FA8B3-9EEE-465F-863F-3A72E04A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52625"/>
            <a:ext cx="2095500" cy="2333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7B894"/>
                </a:solidFill>
              </a:defRPr>
            </a:pPr>
            <a:r>
              <a:rPr sz="1650" b="1">
                <a:solidFill>
                  <a:srgbClr val="57B894"/>
                </a:solidFill>
              </a:rPr>
              <a:t>VERIFICA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57B894"/>
                </a:solidFill>
              </a:defRPr>
            </a:pPr>
            <a:r>
              <a:rPr sz="1650" b="1">
                <a:solidFill>
                  <a:srgbClr val="57B894"/>
                </a:solidFill>
              </a:rPr>
              <a:t>Què pot fallar?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C8834-79D5-4494-96DF-C859EA6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52625"/>
            <a:ext cx="2095500" cy="2333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E6C4D"/>
                </a:solidFill>
              </a:defRPr>
            </a:pPr>
            <a:r>
              <a:rPr sz="1650" b="1">
                <a:solidFill>
                  <a:srgbClr val="EE6C4D"/>
                </a:solidFill>
              </a:rPr>
              <a:t>ESCRIU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EE6C4D"/>
                </a:solidFill>
              </a:defRPr>
            </a:pPr>
            <a:r>
              <a:rPr sz="1650" b="1">
                <a:solidFill>
                  <a:srgbClr val="EE6C4D"/>
                </a:solidFill>
              </a:rPr>
              <a:t>Què decidim?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57614-AF82-4B2C-8A8E-85272AE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2095500" cy="2333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7B5"/>
                </a:solidFill>
              </a:defRPr>
            </a:pPr>
            <a:r>
              <a:rPr sz="1650" b="1">
                <a:solidFill>
                  <a:srgbClr val="00A7B5"/>
                </a:solidFill>
              </a:rPr>
              <a:t>EXPLICA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0A7B5"/>
                </a:solidFill>
              </a:defRPr>
            </a:pPr>
            <a:r>
              <a:rPr sz="1650" b="1">
                <a:solidFill>
                  <a:srgbClr val="00A7B5"/>
                </a:solidFill>
              </a:rPr>
              <a:t>Per què?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16F13-861B-49F8-BD80-6A6E4260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Canvieu de rol després de cada repte.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906A1-CED8-4CBF-939A-2BA05F15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5</a:t>
            </a:r>
          </a:p>
        </p:txBody>
      </p:sp>
    </p:spTree>
    <p:extLst>
      <p:ext uri="{BB962C8B-B14F-4D97-AF65-F5344CB8AC3E}">
        <p14:creationId xmlns:p14="http://schemas.microsoft.com/office/powerpoint/2010/main" val="14976561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1412E-02EE-4380-8F12-E7FFEF1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784C1-580D-4A17-ABAA-0C54CDF7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A7944-6E5A-4146-B60E-8DA15E23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Fitxa 1 · Tres casos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A4CCC-0C40-40A9-AF7A-74CD42CE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26611-4DCA-4825-8237-6552D4D0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Per a cada cas: 2 perspectives · 2 opcions · 1 conseqüència per opció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6412E-D955-4CEF-9B83-651CD1F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A · AULA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6 equips</a:t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d’una zona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B4C0A-18FF-459F-B1FD-05AD50BA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B · ARXIUS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240 fitxers</a:t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sense ordre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9B0BC-8439-4769-A73D-4E03CF46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 · IMPRESSIÓ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20 persones</a:t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10 minuts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563F6-1097-47FC-9AB3-9E33D1A6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25:00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CA484-57EC-4C26-8122-5680E1C1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pp. 5–6</a:t>
            </a:r>
          </a:p>
        </p:txBody>
      </p:sp>
    </p:spTree>
    <p:extLst>
      <p:ext uri="{BB962C8B-B14F-4D97-AF65-F5344CB8AC3E}">
        <p14:creationId xmlns:p14="http://schemas.microsoft.com/office/powerpoint/2010/main" val="12248469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D35C0-C943-4272-AFFD-10D3EF1F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3F4CA-B53B-4EEF-9C6A-8D41B1F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D2F6B-5C4E-4FEA-A23A-3EB2A063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Cas A · No fallen tots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96B21-E257-41B3-9F16-E487A34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AAB24-7F4F-45F8-AA75-B9498AF9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6 EQUIPS · 2 TAULES · 1 ZONA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7414E-A869-4E2E-B01D-D752C9BA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7B5"/>
                </a:solidFill>
              </a:defRPr>
            </a:pPr>
            <a:r>
              <a:rPr sz="2025" b="1">
                <a:solidFill>
                  <a:srgbClr val="00A7B5"/>
                </a:solidFill>
              </a:rPr>
              <a:t>Què comparteixen? Quina comprovació faríeu primer?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42101-1F7F-438A-BD73-E3A2BD4E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14875"/>
            <a:ext cx="8286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E6C4D"/>
                </a:solidFill>
              </a:defRPr>
            </a:pPr>
            <a:r>
              <a:rPr sz="1875" b="1">
                <a:solidFill>
                  <a:srgbClr val="EE6C4D"/>
                </a:solidFill>
              </a:rPr>
              <a:t>Eviteu reiniciar-ho tot “per provar”.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69E36-96A9-4D62-9016-C4C08300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1A · Guia alumnat p. 5</a:t>
            </a:r>
          </a:p>
        </p:txBody>
      </p:sp>
    </p:spTree>
    <p:extLst>
      <p:ext uri="{BB962C8B-B14F-4D97-AF65-F5344CB8AC3E}">
        <p14:creationId xmlns:p14="http://schemas.microsoft.com/office/powerpoint/2010/main" val="1929482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1E78E-B740-4299-8742-197AA1D6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76A23-15E7-4FF7-8189-FFB6D578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6E73C-37BF-4E64-9163-9C390A80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Cas B · 240 fitxers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43C02-621B-4EC2-98F7-34A76DA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AAC11-2C57-41BA-BE99-E1E77AE9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TROBAR-NE UN EN MENYS D’1 MINUT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DF5ED-E46C-432E-8682-86C54917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7B5"/>
                </a:solidFill>
              </a:defRPr>
            </a:pPr>
            <a:r>
              <a:rPr sz="2025" b="1">
                <a:solidFill>
                  <a:srgbClr val="00A7B5"/>
                </a:solidFill>
              </a:rPr>
              <a:t>La regla ha de servir també demà.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A0DCB-5199-4134-B0C4-7C62D2D7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7B5"/>
                </a:solidFill>
              </a:defRPr>
            </a:pPr>
            <a:r>
              <a:rPr sz="1800" b="1">
                <a:solidFill>
                  <a:srgbClr val="00A7B5"/>
                </a:solidFill>
              </a:rPr>
              <a:t>ANY?  ·  TIPUS?  ·  NOM?  ·  DATA?  ·  METADADES?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353CC-F605-46B3-A5A7-88F3F4DC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1B · Guia alumnat p. 6</a:t>
            </a:r>
          </a:p>
        </p:txBody>
      </p:sp>
    </p:spTree>
    <p:extLst>
      <p:ext uri="{BB962C8B-B14F-4D97-AF65-F5344CB8AC3E}">
        <p14:creationId xmlns:p14="http://schemas.microsoft.com/office/powerpoint/2010/main" val="572260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72BE1-A1AE-496A-8BC4-5E2D6B81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CBBB3-2D62-4CEE-AE2C-01D99750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B781B-6723-46D7-8B22-3D33D21B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Cas C · 10 minuts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1E6B0-65FD-41A8-9486-A8368D6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5AC0B-30E0-440A-BB05-5DDC2B48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20 PERSONES · 1 IMPRESSORA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FC36C-8A0B-4A0A-9DA2-FBA3EB61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7B5"/>
                </a:solidFill>
              </a:defRPr>
            </a:pPr>
            <a:r>
              <a:rPr sz="2025" b="1">
                <a:solidFill>
                  <a:srgbClr val="00A7B5"/>
                </a:solidFill>
              </a:rPr>
              <a:t>Què canvia: l’ordre, l’organització o la necessitat?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419D0-5F02-4668-AB8D-87EE3C7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685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7B894"/>
                </a:solidFill>
              </a:defRPr>
            </a:pPr>
            <a:r>
              <a:rPr sz="1875" b="1">
                <a:solidFill>
                  <a:srgbClr val="57B894"/>
                </a:solidFill>
              </a:rPr>
              <a:t>SI FEM…  →  PROBABLEMENT…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BA814-06F2-466A-933B-CE289F6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1C · Guia alumnat p. 6</a:t>
            </a:r>
          </a:p>
        </p:txBody>
      </p:sp>
    </p:spTree>
    <p:extLst>
      <p:ext uri="{BB962C8B-B14F-4D97-AF65-F5344CB8AC3E}">
        <p14:creationId xmlns:p14="http://schemas.microsoft.com/office/powerpoint/2010/main" val="1826740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AEC4E-3B50-47F1-A4D6-117CEE24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47797-ECE4-4AFA-89C1-6F21DB3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6816B-5A16-4CA0-92DB-7045CD2F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Reviseu la Fitxa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CADB7-EA86-495B-AE97-DCACD79C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03037-B0C7-4D59-BFB4-D0EDB1C6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71625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9CE18-82DC-4E11-AE8D-D3005D64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716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Dues perspectives que canvien la mirada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05EC2-CF45-4F34-BBED-57B7A4CB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22F06-9172-4CD4-A18A-FFFC067D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765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Dues opcions realment diferents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09FD3-E74F-4F0D-AD15-0068D523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AF08D-AF5C-419A-9BFC-D3EF7CED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81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Una conseqüència per cada opció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F942F-590E-4A79-ABC2-114B0FF0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9D398-E746-458C-98E8-1824442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862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Una decisió amb un criteri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41CD1-AC45-407F-BCBF-49702882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02:00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DD226-4BAB-439B-9D3C-28E61B4F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6</a:t>
            </a:r>
          </a:p>
        </p:txBody>
      </p:sp>
    </p:spTree>
    <p:extLst>
      <p:ext uri="{BB962C8B-B14F-4D97-AF65-F5344CB8AC3E}">
        <p14:creationId xmlns:p14="http://schemas.microsoft.com/office/powerpoint/2010/main" val="20586054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F328A-B4CD-49E4-99A7-4EBB6B08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8618C-2D38-40BB-90EB-4951654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9D6EE-505C-4C7E-95FB-A2E2CF05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Fitxa 2 · Classificar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00968-10D9-4506-9EF5-D9DE11AB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B6729-B794-4540-B0E7-5E1BA916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CREA UNA REGLA QUE PUGUI VIATJAR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BC5DE-5963-4E46-B201-191BC3F6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7B5"/>
                </a:solidFill>
              </a:defRPr>
            </a:pPr>
            <a:r>
              <a:rPr sz="2025" b="1">
                <a:solidFill>
                  <a:srgbClr val="00A7B5"/>
                </a:solidFill>
              </a:rPr>
              <a:t>Una altra persona l’ha de poder aplicar sense preguntar.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15FD7-B3B4-4A35-AE0E-FF931BA8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67250"/>
            <a:ext cx="8001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PRIMER  ·  DESPRÉS  ·  POT ESPERAR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079F7-1802-41DE-8BD3-A83B5C73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35:00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312C1-B77B-4C56-812C-4D586B2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pp. 6–8</a:t>
            </a:r>
          </a:p>
        </p:txBody>
      </p:sp>
    </p:spTree>
    <p:extLst>
      <p:ext uri="{BB962C8B-B14F-4D97-AF65-F5344CB8AC3E}">
        <p14:creationId xmlns:p14="http://schemas.microsoft.com/office/powerpoint/2010/main" val="4223192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7A0FC-48CF-480D-A4F3-FB936D65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40281-16B7-4E98-B804-83058F47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D2295-CBC4-487C-BFBA-B39133C7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Escriviu una regla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4E8F3-B6F0-4463-89E4-9E0890E6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E950A-80D0-4E2F-AFAC-DE18092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Feu-ho abans de moure cap targeta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0D31E-C6EA-49A5-9967-A30A36D6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962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PRIMER, SI…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9325F-EEED-4485-8D7B-75BABE7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962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DESPRÉS, SI…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3AA1E-F543-4813-A114-DCD2C1A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962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POT ESPERAR, SI…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11637-0C3C-4C8B-91C3-913ED64F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E6C4D"/>
                </a:solidFill>
              </a:defRPr>
            </a:pPr>
            <a:r>
              <a:rPr sz="2025" b="1">
                <a:solidFill>
                  <a:srgbClr val="EE6C4D"/>
                </a:solidFill>
              </a:rPr>
              <a:t>“Segons el cas” no és una regla.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B876E-2719-4296-B732-4818BF3B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2 · Guia alumnat p. 7</a:t>
            </a:r>
          </a:p>
        </p:txBody>
      </p:sp>
    </p:spTree>
    <p:extLst>
      <p:ext uri="{BB962C8B-B14F-4D97-AF65-F5344CB8AC3E}">
        <p14:creationId xmlns:p14="http://schemas.microsoft.com/office/powerpoint/2010/main" val="9442626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54E27-0ABE-44D4-AFBA-BF8B729E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75AE1-2565-46BF-A38F-FC97F9D1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7B782-AA50-4CEC-A4EC-90EF52D6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Cas frontera ·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C833B-3ABE-473E-936B-84090434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70631-A50D-4B05-B31B-20F1A49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IMPACTE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ALT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B70E8-EB18-4984-BF44-23DD1F3C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URGÈNCIA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BAIXA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EFD8A-C683-4492-9509-6BA10ED5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ABAST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TOT EL CENTRE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3ED39-26CF-44FC-8F9D-BB869B72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Prediu  →  apliqueu literalment  →  ajusteu el mínim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F88AD-E059-454D-878E-67B23E4A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2 · Guia alumnat p. 8</a:t>
            </a:r>
          </a:p>
        </p:txBody>
      </p:sp>
    </p:spTree>
    <p:extLst>
      <p:ext uri="{BB962C8B-B14F-4D97-AF65-F5344CB8AC3E}">
        <p14:creationId xmlns:p14="http://schemas.microsoft.com/office/powerpoint/2010/main" val="2042300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70844-BDC1-4D5B-9721-9F4EE470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F7269-0847-41A6-AA3D-2365196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728FE-9347-4ABC-B11B-FBF022D2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Compareu les regles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BB692-94E2-4AC6-9251-6139CAEE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BB30B-44E5-4D7D-B613-87CE5D8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No compareu els equips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57908-61E7-4F23-BD03-C0F78E6E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52625"/>
            <a:ext cx="4286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RESULTAT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Sempre és el mateix?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4CAF4-F454-4BA8-943C-4A6730E4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4286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CAS M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La regla el resol?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AF1EA-1F7B-4FC2-BB3C-EA1ACF84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4286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RAPIDESA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És fàcil d’aplicar?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9681B-8324-4F3B-A24C-374325AA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4286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EXCEPCIONS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Queden explicades?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826C4-EC33-4572-8071-6F0FD2F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08:00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986F4-F1E7-4505-BEB9-61CC0273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8</a:t>
            </a:r>
          </a:p>
        </p:txBody>
      </p:sp>
    </p:spTree>
    <p:extLst>
      <p:ext uri="{BB962C8B-B14F-4D97-AF65-F5344CB8AC3E}">
        <p14:creationId xmlns:p14="http://schemas.microsoft.com/office/powerpoint/2010/main" val="1257027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A7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38EA5-030E-4B04-956F-25F9E33D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02A43"/>
                </a:solidFill>
              </a:defRPr>
            </a:pPr>
            <a:r>
              <a:rPr sz="5100" b="1">
                <a:solidFill>
                  <a:srgbClr val="102A43"/>
                </a:solidFill>
              </a:rPr>
              <a:t>PAUSA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C8C35-2677-45F6-B34D-53C66A97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1AC · esbarjo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0F527-7A7B-4D04-A790-6ECD97C6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0"/>
            <a:ext cx="8191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Deixeu les Fitxes 1 i 2 dins del dossier.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22442-05B4-47EA-8818-FF37D2FC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En tornar: descompondrem un problema gran.</a:t>
            </a:r>
          </a:p>
        </p:txBody>
      </p:sp>
    </p:spTree>
    <p:extLst>
      <p:ext uri="{BB962C8B-B14F-4D97-AF65-F5344CB8AC3E}">
        <p14:creationId xmlns:p14="http://schemas.microsoft.com/office/powerpoint/2010/main" val="7733270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DDE55-F937-4B61-B881-E26A6DE8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3A707-950B-445C-81BC-66D70C6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0DE99-6A54-4911-ADD7-9DE86D1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Fitxa 3 · Descompondre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BF56C-D3B3-444A-BCB8-E8E3D651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B854B-A2F7-4CE6-8A9D-EFA4C2A2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PREPAREU 12 LLOCS DE XARXA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7DBB-2033-4C4E-BE53-07A35D78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A7B5"/>
                </a:solidFill>
              </a:defRPr>
            </a:pPr>
            <a:r>
              <a:rPr sz="2025" b="1">
                <a:solidFill>
                  <a:srgbClr val="00A7B5"/>
                </a:solidFill>
              </a:rPr>
              <a:t>16 targetes · 4–6 blocs · dependències · tasques paral·leles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4F087-BF94-42BC-8AC6-C65D8D0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40:00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4932B-1C8D-451D-95E2-E146186B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pp. 8–10</a:t>
            </a:r>
          </a:p>
        </p:txBody>
      </p:sp>
    </p:spTree>
    <p:extLst>
      <p:ext uri="{BB962C8B-B14F-4D97-AF65-F5344CB8AC3E}">
        <p14:creationId xmlns:p14="http://schemas.microsoft.com/office/powerpoint/2010/main" val="1991598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27BC8-9A08-422E-A24A-5CCDD82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1A7AA-5CD4-4970-9626-9B24B10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F18CC-FC0E-4942-9E0A-22EAC68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Cadena o paral·lel?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D8827-07F7-47FC-BC9E-A4D6CE2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741C2-654E-45EB-82F5-998A1BE7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095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DEPENDÈNCIA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B no pot començar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fins que A acabi.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F6DC6-C827-4D20-801A-5688A0E0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4095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PARAL·LEL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A i B poden avançar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al mateix temps.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6E53F-B8C3-471F-85C8-14DC7E4F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E6C4D"/>
                </a:solidFill>
              </a:defRPr>
            </a:pPr>
            <a:r>
              <a:rPr sz="2175" b="1">
                <a:solidFill>
                  <a:srgbClr val="EE6C4D"/>
                </a:solidFill>
              </a:rPr>
              <a:t>Cada fletxa necessita un “perquè”.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3CE19-9950-419D-9855-49B1596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3 · Guia alumnat p. 9</a:t>
            </a:r>
          </a:p>
        </p:txBody>
      </p:sp>
    </p:spTree>
    <p:extLst>
      <p:ext uri="{BB962C8B-B14F-4D97-AF65-F5344CB8AC3E}">
        <p14:creationId xmlns:p14="http://schemas.microsoft.com/office/powerpoint/2010/main" val="4964947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579CA-ED80-4BF7-AE2E-A0AA00D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C38B5-9136-4909-A81C-CE0F29A7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4CA1C-A235-4D4B-A4E0-C0E38097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Dos cables fallen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3CA6D-0B69-49E4-A56F-87963CB1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00C20-384E-4E13-B2B5-C687808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7324D"/>
                </a:solidFill>
              </a:defRPr>
            </a:pPr>
            <a:r>
              <a:rPr sz="3675" b="1">
                <a:solidFill>
                  <a:srgbClr val="17324D"/>
                </a:solidFill>
              </a:rPr>
              <a:t>NO COMENCEU DE 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E2667-61E1-45F8-A9CC-74B81B5C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E6C4D"/>
                </a:solidFill>
              </a:defRPr>
            </a:pPr>
            <a:r>
              <a:rPr sz="2025" b="1">
                <a:solidFill>
                  <a:srgbClr val="EE6C4D"/>
                </a:solidFill>
              </a:rPr>
              <a:t>Què s’atura? Què pot continuar? Quin canvi mínim feu?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22798-0666-4BA6-95AB-0468DC6E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7B5"/>
                </a:solidFill>
              </a:defRPr>
            </a:pPr>
            <a:r>
              <a:rPr sz="1800" b="1">
                <a:solidFill>
                  <a:srgbClr val="00A7B5"/>
                </a:solidFill>
              </a:rPr>
              <a:t>ESPERÀVEM  →  HA PASSAT  →  CANVIEM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EEE54-9F9D-4809-B599-14A6754A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08:00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A0ECC-7C72-4BC5-A708-3A70AB6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3 · Guia alumnat p. 10</a:t>
            </a:r>
          </a:p>
        </p:txBody>
      </p:sp>
    </p:spTree>
    <p:extLst>
      <p:ext uri="{BB962C8B-B14F-4D97-AF65-F5344CB8AC3E}">
        <p14:creationId xmlns:p14="http://schemas.microsoft.com/office/powerpoint/2010/main" val="2674173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DDAE8-7AA4-4585-BEB3-14A34AFC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B2BF6-A43C-4399-A143-8078773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3EE63-022E-430A-B154-8FEBB9AE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Expliqueu-ho en 30 segons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7D185-3B16-4E37-8491-4CDD748E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9827B-7D71-4079-87F2-E74B6CC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3143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QUÈ HEU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SEPARAT?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46B1A-B339-4A03-85D7-58554BA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143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QUÈ VA EN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PARAL·LEL?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A7EB8-5A3B-4451-915A-447A9F0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143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QUÈ HEU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CANVIAT?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526E7-9363-4C3B-9742-4AC044EB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Una decisió · una evidència · un perquè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F4080-35D1-418A-8C9F-9244E080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Fitxa 3 · Guia alumnat p. 10</a:t>
            </a:r>
          </a:p>
        </p:txBody>
      </p:sp>
    </p:spTree>
    <p:extLst>
      <p:ext uri="{BB962C8B-B14F-4D97-AF65-F5344CB8AC3E}">
        <p14:creationId xmlns:p14="http://schemas.microsoft.com/office/powerpoint/2010/main" val="2022037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EE615-36A7-4866-8810-DFE9C17C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DA19A-022A-4162-ADE7-C6363A34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AEA1 · 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B4B31-C0AC-47EC-A751-86B3C07B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Bitllet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86AAF-C47E-49EE-9DBA-19FC8752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1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B134"/>
                </a:solidFill>
              </a:defRPr>
            </a:pPr>
            <a:r>
              <a:rPr sz="1275" b="1">
                <a:solidFill>
                  <a:srgbClr val="F2B134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77CDA-BA6C-4666-80EF-422563A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17384"/>
                </a:solidFill>
              </a:defRPr>
            </a:pPr>
            <a:r>
              <a:rPr sz="1425" b="0">
                <a:solidFill>
                  <a:srgbClr val="617384"/>
                </a:solidFill>
              </a:rPr>
              <a:t>Respon amb una evidència concreta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42750-3346-4555-B6B2-718B93C1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91F5D-6E0C-4752-82C8-2E52D78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Què has descompost?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C69C4-8703-4AC5-B238-445D89FC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94593-980C-4A06-A841-B81780D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Quina dada has ignorat?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7D258-7ED7-4A79-9270-BA644911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7B8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C4256-B55C-4DD7-AB41-774C5226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Quines opcions has comparat?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6A404-4F96-4768-BBD9-2AD57F47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609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6C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C1FD9-F9CB-44A2-8869-C8154C88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Quina aportació has fet?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FCE25-65C7-458B-8DE8-A549B2B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</a:defRPr>
            </a:pPr>
            <a:r>
              <a:rPr sz="1650" b="1">
                <a:solidFill>
                  <a:srgbClr val="F2B134"/>
                </a:solidFill>
              </a:rPr>
              <a:t>10:00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B83EF-B5DF-40F6-8C64-04F9C5A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384"/>
                </a:solidFill>
              </a:defRPr>
            </a:pPr>
            <a:r>
              <a:rPr sz="975" b="0">
                <a:solidFill>
                  <a:srgbClr val="617384"/>
                </a:solidFill>
              </a:rPr>
              <a:t>Guia alumnat · p. 11</a:t>
            </a:r>
          </a:p>
        </p:txBody>
      </p:sp>
    </p:spTree>
    <p:extLst>
      <p:ext uri="{BB962C8B-B14F-4D97-AF65-F5344CB8AC3E}">
        <p14:creationId xmlns:p14="http://schemas.microsoft.com/office/powerpoint/2010/main" val="7020759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577A8-53BB-4384-83D7-07A69EE4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SESSIÓ 1 COMPLETADA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3ED30-F815-47EF-B918-F204D69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134"/>
                </a:solidFill>
              </a:defRPr>
            </a:pPr>
            <a:r>
              <a:rPr sz="2250" b="1">
                <a:solidFill>
                  <a:srgbClr val="F2B134"/>
                </a:solidFill>
              </a:rPr>
              <a:t>No hem memoritzat respostes.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F3629-6117-4575-A483-6A3C598F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A7B5"/>
                </a:solidFill>
              </a:defRPr>
            </a:pPr>
            <a:r>
              <a:rPr sz="2700" b="1">
                <a:solidFill>
                  <a:srgbClr val="00A7B5"/>
                </a:solidFill>
              </a:rPr>
              <a:t>Hem après a construir-les.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5695F-EDC9-4191-B4E9-D4F2B27C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619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SEGÜENT · PROGRAMEM PERSONES</a:t>
            </a:r>
          </a:p>
        </p:txBody>
      </p:sp>
    </p:spTree>
    <p:extLst>
      <p:ext uri="{BB962C8B-B14F-4D97-AF65-F5344CB8AC3E}">
        <p14:creationId xmlns:p14="http://schemas.microsoft.com/office/powerpoint/2010/main" val="1466222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2026-09-03T07:29:34.5650000Z</dcterms:created>
  <dcterms:modified xsi:type="dcterms:W3CDTF">2026-09-03T07:29:34.5660000Z</dcterms:modified>
</coreProperties>
</file>